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7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7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9.xml.rels" ContentType="application/vnd.openxmlformats-package.relationships+xml"/>
  <Override PartName="/ppt/slideMasters/slideMaster56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5.xml" ContentType="application/vnd.openxmlformats-officedocument.presentationml.slideMaster+xml"/>
  <Override PartName="/ppt/presProps.xml" ContentType="application/vnd.openxmlformats-officedocument.presentationml.presProps+xml"/>
  <Override PartName="/ppt/theme/theme56.xml" ContentType="application/vnd.openxmlformats-officedocument.theme+xml"/>
  <Override PartName="/ppt/theme/theme55.xml" ContentType="application/vnd.openxmlformats-officedocument.theme+xml"/>
  <Override PartName="/ppt/theme/theme54.xml" ContentType="application/vnd.openxmlformats-officedocument.theme+xml"/>
  <Override PartName="/ppt/theme/theme53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50.xml" ContentType="application/vnd.openxmlformats-officedocument.theme+xml"/>
  <Override PartName="/ppt/theme/theme46.xml" ContentType="application/vnd.openxmlformats-officedocument.theme+xml"/>
  <Override PartName="/ppt/theme/theme45.xml" ContentType="application/vnd.openxmlformats-officedocument.theme+xml"/>
  <Override PartName="/ppt/theme/theme44.xml" ContentType="application/vnd.openxmlformats-officedocument.theme+xml"/>
  <Override PartName="/ppt/theme/theme43.xml" ContentType="application/vnd.openxmlformats-officedocument.theme+xml"/>
  <Override PartName="/ppt/theme/theme42.xml" ContentType="application/vnd.openxmlformats-officedocument.theme+xml"/>
  <Override PartName="/ppt/theme/theme41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38.xml" ContentType="application/vnd.openxmlformats-officedocument.theme+xml"/>
  <Override PartName="/ppt/theme/theme37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20.xml" ContentType="application/vnd.openxmlformats-officedocument.theme+xml"/>
  <Override PartName="/ppt/theme/theme57.xml" ContentType="application/vnd.openxmlformats-officedocument.theme+xml"/>
  <Override PartName="/ppt/theme/theme19.xml" ContentType="application/vnd.openxmlformats-officedocument.theme+xml"/>
  <Override PartName="/ppt/theme/theme61.xml" ContentType="application/vnd.openxmlformats-officedocument.theme+xml"/>
  <Override PartName="/ppt/theme/theme21.xml" ContentType="application/vnd.openxmlformats-officedocument.theme+xml"/>
  <Override PartName="/ppt/theme/theme58.xml" ContentType="application/vnd.openxmlformats-officedocument.theme+xml"/>
  <Override PartName="/ppt/theme/theme22.xml" ContentType="application/vnd.openxmlformats-officedocument.theme+xml"/>
  <Override PartName="/ppt/theme/theme59.xml" ContentType="application/vnd.openxmlformats-officedocument.theme+xml"/>
  <Override PartName="/ppt/theme/theme23.xml" ContentType="application/vnd.openxmlformats-officedocument.theme+xml"/>
  <Override PartName="/ppt/theme/theme60.xml" ContentType="application/vnd.openxmlformats-officedocument.theme+xml"/>
  <Override PartName="/ppt/theme/theme18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78.xml" ContentType="application/vnd.openxmlformats-officedocument.theme+xml"/>
  <Override PartName="/ppt/theme/theme66.xml" ContentType="application/vnd.openxmlformats-officedocument.theme+xml"/>
  <Override PartName="/ppt/theme/theme77.xml" ContentType="application/vnd.openxmlformats-officedocument.theme+xml"/>
  <Override PartName="/ppt/theme/theme76.xml" ContentType="application/vnd.openxmlformats-officedocument.theme+xml"/>
  <Override PartName="/ppt/theme/theme75.xml" ContentType="application/vnd.openxmlformats-officedocument.theme+xml"/>
  <Override PartName="/ppt/theme/theme74.xml" ContentType="application/vnd.openxmlformats-officedocument.theme+xml"/>
  <Override PartName="/ppt/theme/theme73.xml" ContentType="application/vnd.openxmlformats-officedocument.theme+xml"/>
  <Override PartName="/ppt/theme/theme72.xml" ContentType="application/vnd.openxmlformats-officedocument.theme+xml"/>
  <Override PartName="/ppt/theme/theme71.xml" ContentType="application/vnd.openxmlformats-officedocument.theme+xml"/>
  <Override PartName="/ppt/theme/theme69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70.xml" ContentType="application/vnd.openxmlformats-officedocument.theme+xml"/>
  <Override PartName="/ppt/theme/theme68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67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_rels/slideLayout5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laser.wav" ContentType="audio/x-wav"/>
  <Override PartName="/ppt/media/image5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jpeg" ContentType="image/jpeg"/>
  <Override PartName="/ppt/media/image9.png" ContentType="image/png"/>
  <Override PartName="/ppt/media/image7.png" ContentType="image/png"/>
  <Override PartName="/ppt/media/image8.png" ContentType="image/png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76" r:id="rId66"/>
    <p:sldMasterId id="2147483778" r:id="rId67"/>
    <p:sldMasterId id="2147483780" r:id="rId68"/>
    <p:sldMasterId id="2147483782" r:id="rId69"/>
    <p:sldMasterId id="2147483784" r:id="rId70"/>
    <p:sldMasterId id="2147483786" r:id="rId71"/>
    <p:sldMasterId id="2147483788" r:id="rId72"/>
    <p:sldMasterId id="2147483790" r:id="rId73"/>
    <p:sldMasterId id="2147483792" r:id="rId74"/>
    <p:sldMasterId id="2147483794" r:id="rId75"/>
    <p:sldMasterId id="2147483796" r:id="rId76"/>
    <p:sldMasterId id="2147483798" r:id="rId77"/>
    <p:sldMasterId id="2147483800" r:id="rId78"/>
    <p:sldMasterId id="2147483802" r:id="rId79"/>
  </p:sldMasterIdLst>
  <p:sldIdLst>
    <p:sldId id="256" r:id="rId80"/>
    <p:sldId id="257" r:id="rId81"/>
    <p:sldId id="258" r:id="rId82"/>
    <p:sldId id="259" r:id="rId83"/>
    <p:sldId id="260" r:id="rId84"/>
    <p:sldId id="261" r:id="rId85"/>
    <p:sldId id="262" r:id="rId86"/>
    <p:sldId id="263" r:id="rId87"/>
    <p:sldId id="264" r:id="rId88"/>
    <p:sldId id="265" r:id="rId89"/>
    <p:sldId id="266" r:id="rId90"/>
    <p:sldId id="267" r:id="rId91"/>
    <p:sldId id="268" r:id="rId92"/>
    <p:sldId id="269" r:id="rId93"/>
    <p:sldId id="270" r:id="rId94"/>
    <p:sldId id="271" r:id="rId95"/>
    <p:sldId id="272" r:id="rId96"/>
    <p:sldId id="273" r:id="rId97"/>
    <p:sldId id="274" r:id="rId98"/>
    <p:sldId id="275" r:id="rId99"/>
    <p:sldId id="276" r:id="rId100"/>
    <p:sldId id="277" r:id="rId101"/>
    <p:sldId id="278" r:id="rId102"/>
    <p:sldId id="279" r:id="rId103"/>
    <p:sldId id="280" r:id="rId104"/>
    <p:sldId id="281" r:id="rId105"/>
    <p:sldId id="282" r:id="rId10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Master" Target="slideMasters/slideMaster77.xml"/><Relationship Id="rId79" Type="http://schemas.openxmlformats.org/officeDocument/2006/relationships/slideMaster" Target="slideMasters/slideMaster78.xml"/><Relationship Id="rId80" Type="http://schemas.openxmlformats.org/officeDocument/2006/relationships/slide" Target="slides/slide1.xml"/><Relationship Id="rId81" Type="http://schemas.openxmlformats.org/officeDocument/2006/relationships/slide" Target="slides/slide2.xml"/><Relationship Id="rId82" Type="http://schemas.openxmlformats.org/officeDocument/2006/relationships/slide" Target="slides/slide3.xml"/><Relationship Id="rId83" Type="http://schemas.openxmlformats.org/officeDocument/2006/relationships/slide" Target="slides/slide4.xml"/><Relationship Id="rId84" Type="http://schemas.openxmlformats.org/officeDocument/2006/relationships/slide" Target="slides/slide5.xml"/><Relationship Id="rId85" Type="http://schemas.openxmlformats.org/officeDocument/2006/relationships/slide" Target="slides/slide6.xml"/><Relationship Id="rId86" Type="http://schemas.openxmlformats.org/officeDocument/2006/relationships/slide" Target="slides/slide7.xml"/><Relationship Id="rId87" Type="http://schemas.openxmlformats.org/officeDocument/2006/relationships/slide" Target="slides/slide8.xml"/><Relationship Id="rId88" Type="http://schemas.openxmlformats.org/officeDocument/2006/relationships/slide" Target="slides/slide9.xml"/><Relationship Id="rId89" Type="http://schemas.openxmlformats.org/officeDocument/2006/relationships/slide" Target="slides/slide10.xml"/><Relationship Id="rId90" Type="http://schemas.openxmlformats.org/officeDocument/2006/relationships/slide" Target="slides/slide11.xml"/><Relationship Id="rId91" Type="http://schemas.openxmlformats.org/officeDocument/2006/relationships/slide" Target="slides/slide12.xml"/><Relationship Id="rId92" Type="http://schemas.openxmlformats.org/officeDocument/2006/relationships/slide" Target="slides/slide13.xml"/><Relationship Id="rId93" Type="http://schemas.openxmlformats.org/officeDocument/2006/relationships/slide" Target="slides/slide14.xml"/><Relationship Id="rId94" Type="http://schemas.openxmlformats.org/officeDocument/2006/relationships/slide" Target="slides/slide15.xml"/><Relationship Id="rId95" Type="http://schemas.openxmlformats.org/officeDocument/2006/relationships/slide" Target="slides/slide16.xml"/><Relationship Id="rId96" Type="http://schemas.openxmlformats.org/officeDocument/2006/relationships/slide" Target="slides/slide17.xml"/><Relationship Id="rId97" Type="http://schemas.openxmlformats.org/officeDocument/2006/relationships/slide" Target="slides/slide18.xml"/><Relationship Id="rId98" Type="http://schemas.openxmlformats.org/officeDocument/2006/relationships/slide" Target="slides/slide19.xml"/><Relationship Id="rId99" Type="http://schemas.openxmlformats.org/officeDocument/2006/relationships/slide" Target="slides/slide20.xml"/><Relationship Id="rId100" Type="http://schemas.openxmlformats.org/officeDocument/2006/relationships/slide" Target="slides/slide21.xml"/><Relationship Id="rId101" Type="http://schemas.openxmlformats.org/officeDocument/2006/relationships/slide" Target="slides/slide22.xml"/><Relationship Id="rId102" Type="http://schemas.openxmlformats.org/officeDocument/2006/relationships/slide" Target="slides/slide23.xml"/><Relationship Id="rId103" Type="http://schemas.openxmlformats.org/officeDocument/2006/relationships/slide" Target="slides/slide24.xml"/><Relationship Id="rId104" Type="http://schemas.openxmlformats.org/officeDocument/2006/relationships/slide" Target="slides/slide25.xml"/><Relationship Id="rId105" Type="http://schemas.openxmlformats.org/officeDocument/2006/relationships/slide" Target="slides/slide26.xml"/><Relationship Id="rId106" Type="http://schemas.openxmlformats.org/officeDocument/2006/relationships/slide" Target="slides/slide27.xml"/><Relationship Id="rId10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ONL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ONL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STOM_10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STOM_6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STOM_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69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1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2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3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4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5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6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slideLayout" Target="../slideLayouts/slideLayout77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8.xml"/><Relationship Id="rId2" Type="http://schemas.openxmlformats.org/officeDocument/2006/relationships/slideLayout" Target="../slideLayouts/slideLayout7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;p2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" name="Google Shape;10;p2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" name="Google Shape;11;p2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" name="Google Shape;12;p2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" name="Google Shape;13;p2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" name="Google Shape;14;p2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6" name="Google Shape;15;p2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" name="Google Shape;16;p2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" name="Google Shape;17;p2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" name="Google Shape;18;p2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0" name="Google Shape;19;p2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" name="Google Shape;20;p2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" name="Google Shape;21;p2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" name="Google Shape;22;p2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4" name="Google Shape;23;p2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" name="Google Shape;24;p2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" name="Google Shape;25;p2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" name="Google Shape;26;p2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8" name="Google Shape;27;p2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" name="Google Shape;28;p2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" name="Google Shape;29;p2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" name="Google Shape;30;p2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2" name="Google Shape;31;p2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" name="Google Shape;32;p2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" name="Google Shape;33;p2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" name="Google Shape;34;p2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6" name="Google Shape;35;p2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" name="Google Shape;36;p2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" name="Google Shape;37;p2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" name="Google Shape;38;p2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0" name="Google Shape;39;p2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" name="Google Shape;40;p2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" name="Google Shape;41;p2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" name="Google Shape;42;p2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4" name="Google Shape;43;p2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" name="Google Shape;44;p2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" name="Google Shape;45;p2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" name="Google Shape;46;p2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8" name="Google Shape;47;p2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" name="Google Shape;48;p2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" name="Google Shape;49;p2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" name="Google Shape;50;p2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2" name="Google Shape;51;p2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" name="Google Shape;52;p2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" name="Google Shape;53;p2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" name="Google Shape;54;p2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6" name="Google Shape;55;p2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" name="Google Shape;56;p2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" name="Google Shape;57;p2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" name="Google Shape;58;p2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0" name="Google Shape;59;p2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" name="Google Shape;60;p2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" name="Google Shape;61;p2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" name="Google Shape;62;p2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4" name="Google Shape;63;p2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" name="Google Shape;64;p2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" name="Google Shape;65;p2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" name="Google Shape;66;p2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8" name="Google Shape;67;p2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" name="Google Shape;68;p2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" name="Google Shape;69;p2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" name="Google Shape;70;p2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2" name="Google Shape;71;p2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" name="Google Shape;72;p2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" name="Google Shape;73;p2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" name="Google Shape;74;p2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6" name="Google Shape;75;p2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" name="Google Shape;76;p2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" name="Google Shape;77;p2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9" name="Google Shape;78;p2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70" name="Google Shape;79;p2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1" name="Google Shape;80;p2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2" name="Google Shape;81;p2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3" name="Google Shape;82;p2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74" name="Google Shape;83;p2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5" name="Google Shape;84;p2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6" name="Google Shape;85;p2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7" name="Google Shape;86;p2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78" name="Google Shape;87;p2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9" name="Google Shape;88;p2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0" name="Google Shape;89;p2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81" name="Google Shape;90;p2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9;p2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87" name="Google Shape;10;p2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88" name="Google Shape;11;p2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9" name="Google Shape;12;p2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0" name="Google Shape;13;p2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1" name="Google Shape;14;p2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92" name="Google Shape;15;p2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3" name="Google Shape;16;p2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4" name="Google Shape;17;p2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5" name="Google Shape;18;p2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96" name="Google Shape;19;p2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7" name="Google Shape;20;p2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8" name="Google Shape;21;p2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9" name="Google Shape;22;p2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00" name="Google Shape;23;p2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1" name="Google Shape;24;p2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2" name="Google Shape;25;p2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3" name="Google Shape;26;p2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04" name="Google Shape;27;p2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5" name="Google Shape;28;p2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6" name="Google Shape;29;p2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7" name="Google Shape;30;p2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08" name="Google Shape;31;p2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9" name="Google Shape;32;p2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0" name="Google Shape;33;p2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1" name="Google Shape;34;p2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12" name="Google Shape;35;p2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3" name="Google Shape;36;p2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4" name="Google Shape;37;p2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5" name="Google Shape;38;p2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16" name="Google Shape;39;p2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7" name="Google Shape;40;p2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8" name="Google Shape;41;p2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9" name="Google Shape;42;p2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20" name="Google Shape;43;p2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1" name="Google Shape;44;p2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2" name="Google Shape;45;p2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3" name="Google Shape;46;p2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24" name="Google Shape;47;p2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5" name="Google Shape;48;p2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6" name="Google Shape;49;p2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7" name="Google Shape;50;p2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28" name="Google Shape;51;p2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9" name="Google Shape;52;p2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0" name="Google Shape;53;p2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1" name="Google Shape;54;p2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32" name="Google Shape;55;p2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3" name="Google Shape;56;p2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4" name="Google Shape;57;p2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5" name="Google Shape;58;p2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36" name="Google Shape;59;p2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7" name="Google Shape;60;p2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8" name="Google Shape;61;p2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9" name="Google Shape;62;p2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40" name="Google Shape;63;p2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1" name="Google Shape;64;p2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2" name="Google Shape;65;p2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3" name="Google Shape;66;p2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44" name="Google Shape;67;p2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5" name="Google Shape;68;p2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6" name="Google Shape;69;p2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7" name="Google Shape;70;p2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48" name="Google Shape;71;p2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9" name="Google Shape;72;p2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0" name="Google Shape;73;p2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1" name="Google Shape;74;p2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52" name="Google Shape;75;p2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3" name="Google Shape;76;p2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4" name="Google Shape;77;p2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5" name="Google Shape;78;p2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56" name="Google Shape;79;p2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7" name="Google Shape;80;p2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8" name="Google Shape;81;p2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9" name="Google Shape;82;p2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60" name="Google Shape;83;p2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1" name="Google Shape;84;p2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2" name="Google Shape;85;p2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3" name="Google Shape;86;p2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64" name="Google Shape;87;p2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5" name="Google Shape;88;p2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6" name="Google Shape;89;p2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67" name="Google Shape;90;p2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9;p2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73" name="Google Shape;10;p2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74" name="Google Shape;11;p2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5" name="Google Shape;12;p2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6" name="Google Shape;13;p2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7" name="Google Shape;14;p2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78" name="Google Shape;15;p2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9" name="Google Shape;16;p2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0" name="Google Shape;17;p2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1" name="Google Shape;18;p2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82" name="Google Shape;19;p2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3" name="Google Shape;20;p2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4" name="Google Shape;21;p2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5" name="Google Shape;22;p2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86" name="Google Shape;23;p2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7" name="Google Shape;24;p2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8" name="Google Shape;25;p2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9" name="Google Shape;26;p2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90" name="Google Shape;27;p2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1" name="Google Shape;28;p2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2" name="Google Shape;29;p2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3" name="Google Shape;30;p2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94" name="Google Shape;31;p2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5" name="Google Shape;32;p2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6" name="Google Shape;33;p2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7" name="Google Shape;34;p2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98" name="Google Shape;35;p2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9" name="Google Shape;36;p2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0" name="Google Shape;37;p2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1" name="Google Shape;38;p2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02" name="Google Shape;39;p2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3" name="Google Shape;40;p2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4" name="Google Shape;41;p2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5" name="Google Shape;42;p2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06" name="Google Shape;43;p2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7" name="Google Shape;44;p2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8" name="Google Shape;45;p2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9" name="Google Shape;46;p2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10" name="Google Shape;47;p2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1" name="Google Shape;48;p2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2" name="Google Shape;49;p2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3" name="Google Shape;50;p2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14" name="Google Shape;51;p2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5" name="Google Shape;52;p2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6" name="Google Shape;53;p2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7" name="Google Shape;54;p2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18" name="Google Shape;55;p2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9" name="Google Shape;56;p2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0" name="Google Shape;57;p2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1" name="Google Shape;58;p2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22" name="Google Shape;59;p2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3" name="Google Shape;60;p2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4" name="Google Shape;61;p2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5" name="Google Shape;62;p2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26" name="Google Shape;63;p2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7" name="Google Shape;64;p2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8" name="Google Shape;65;p2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9" name="Google Shape;66;p2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30" name="Google Shape;67;p2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1" name="Google Shape;68;p2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2" name="Google Shape;69;p2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3" name="Google Shape;70;p2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34" name="Google Shape;71;p2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5" name="Google Shape;72;p2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6" name="Google Shape;73;p2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7" name="Google Shape;74;p2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38" name="Google Shape;75;p2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9" name="Google Shape;76;p2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0" name="Google Shape;77;p2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1" name="Google Shape;78;p2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42" name="Google Shape;79;p2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3" name="Google Shape;80;p2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4" name="Google Shape;81;p2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5" name="Google Shape;82;p2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46" name="Google Shape;83;p2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7" name="Google Shape;84;p2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8" name="Google Shape;85;p2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9" name="Google Shape;86;p2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50" name="Google Shape;87;p2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1" name="Google Shape;88;p2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2" name="Google Shape;89;p2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253" name="Google Shape;90;p2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729;p11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259" name="Google Shape;730;p11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60" name="Google Shape;731;p11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1" name="Google Shape;732;p11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2" name="Google Shape;733;p11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3" name="Google Shape;734;p11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264" name="Google Shape;735;p11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5" name="Google Shape;736;p11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6" name="Google Shape;737;p11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7" name="Google Shape;738;p11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68" name="Google Shape;739;p11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9" name="Google Shape;740;p11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0" name="Google Shape;741;p11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1" name="Google Shape;742;p11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72" name="Google Shape;743;p11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3" name="Google Shape;744;p11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4" name="Google Shape;745;p11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5" name="Google Shape;746;p11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76" name="Google Shape;747;p11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7" name="Google Shape;748;p11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8" name="Google Shape;749;p11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9" name="Google Shape;750;p11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80" name="Google Shape;751;p11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1" name="Google Shape;752;p11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2" name="Google Shape;753;p11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3" name="Google Shape;754;p11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84" name="Google Shape;755;p11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5" name="Google Shape;756;p11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6" name="Google Shape;757;p11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7" name="Google Shape;758;p11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88" name="Google Shape;759;p11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9" name="Google Shape;760;p11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0" name="Google Shape;761;p11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1" name="Google Shape;762;p11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92" name="Google Shape;763;p11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3" name="Google Shape;764;p11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4" name="Google Shape;765;p11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5" name="Google Shape;766;p11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96" name="Google Shape;767;p11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7" name="Google Shape;768;p11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8" name="Google Shape;769;p11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9" name="Google Shape;770;p11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00" name="Google Shape;771;p11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1" name="Google Shape;772;p11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2" name="Google Shape;773;p11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3" name="Google Shape;774;p11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04" name="Google Shape;775;p11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5" name="Google Shape;776;p11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6" name="Google Shape;777;p11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7" name="Google Shape;778;p11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08" name="Google Shape;779;p11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9" name="Google Shape;780;p11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0" name="Google Shape;781;p11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1" name="Google Shape;782;p11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12" name="Google Shape;783;p11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3" name="Google Shape;784;p11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4" name="Google Shape;785;p11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5" name="Google Shape;786;p11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16" name="Google Shape;787;p11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7" name="Google Shape;788;p11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8" name="Google Shape;789;p11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9" name="Google Shape;790;p11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320" name="Google Shape;791;p11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1" name="Google Shape;792;p11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2" name="Google Shape;793;p11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3" name="Google Shape;794;p11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324" name="Google Shape;795;p11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5" name="Google Shape;796;p11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6" name="Google Shape;797;p11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7" name="Google Shape;798;p11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328" name="Google Shape;799;p11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9" name="Google Shape;800;p11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0" name="Google Shape;801;p11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1" name="Google Shape;802;p11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332" name="Google Shape;803;p11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3" name="Google Shape;804;p11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4" name="Google Shape;805;p11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5" name="Google Shape;806;p11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336" name="Google Shape;807;p11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7" name="Google Shape;808;p11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8" name="Google Shape;809;p11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39" name="Google Shape;810;p11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40" name="Google Shape;813;p11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341" name="Google Shape;814;p11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2" name="Google Shape;815;p11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43" name="Google Shape;816;p11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44" name="Google Shape;817;p11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729;p11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50" name="Google Shape;730;p11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51" name="Google Shape;731;p11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2" name="Google Shape;732;p11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3" name="Google Shape;733;p11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4" name="Google Shape;734;p11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55" name="Google Shape;735;p11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6" name="Google Shape;736;p11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7" name="Google Shape;737;p11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8" name="Google Shape;738;p11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59" name="Google Shape;739;p11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0" name="Google Shape;740;p11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1" name="Google Shape;741;p11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2" name="Google Shape;742;p11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63" name="Google Shape;743;p11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4" name="Google Shape;744;p11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5" name="Google Shape;745;p11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6" name="Google Shape;746;p11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67" name="Google Shape;747;p11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8" name="Google Shape;748;p11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9" name="Google Shape;749;p11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0" name="Google Shape;750;p11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71" name="Google Shape;751;p11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2" name="Google Shape;752;p11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3" name="Google Shape;753;p11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4" name="Google Shape;754;p11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75" name="Google Shape;755;p11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6" name="Google Shape;756;p11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7" name="Google Shape;757;p11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8" name="Google Shape;758;p11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79" name="Google Shape;759;p11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0" name="Google Shape;760;p11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1" name="Google Shape;761;p11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2" name="Google Shape;762;p11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83" name="Google Shape;763;p11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4" name="Google Shape;764;p11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5" name="Google Shape;765;p11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6" name="Google Shape;766;p11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87" name="Google Shape;767;p11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8" name="Google Shape;768;p11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9" name="Google Shape;769;p11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0" name="Google Shape;770;p11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91" name="Google Shape;771;p11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2" name="Google Shape;772;p11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3" name="Google Shape;773;p11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4" name="Google Shape;774;p11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95" name="Google Shape;775;p11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6" name="Google Shape;776;p11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7" name="Google Shape;777;p11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8" name="Google Shape;778;p11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99" name="Google Shape;779;p11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0" name="Google Shape;780;p11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1" name="Google Shape;781;p11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2" name="Google Shape;782;p11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03" name="Google Shape;783;p11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4" name="Google Shape;784;p11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5" name="Google Shape;785;p11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6" name="Google Shape;786;p11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07" name="Google Shape;787;p11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8" name="Google Shape;788;p11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9" name="Google Shape;789;p11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0" name="Google Shape;790;p11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11" name="Google Shape;791;p11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2" name="Google Shape;792;p11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3" name="Google Shape;793;p11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4" name="Google Shape;794;p11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15" name="Google Shape;795;p11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6" name="Google Shape;796;p11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7" name="Google Shape;797;p11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8" name="Google Shape;798;p11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19" name="Google Shape;799;p11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0" name="Google Shape;800;p11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1" name="Google Shape;801;p11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2" name="Google Shape;802;p11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23" name="Google Shape;803;p11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4" name="Google Shape;804;p11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5" name="Google Shape;805;p11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6" name="Google Shape;806;p11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27" name="Google Shape;807;p11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8" name="Google Shape;808;p11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9" name="Google Shape;809;p11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430" name="Google Shape;810;p11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31" name="Google Shape;813;p11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432" name="Google Shape;814;p11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33" name="Google Shape;815;p11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4" name="Google Shape;816;p11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5" name="Google Shape;817;p11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729;p11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41" name="Google Shape;730;p11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42" name="Google Shape;731;p11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3" name="Google Shape;732;p11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4" name="Google Shape;733;p11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5" name="Google Shape;734;p11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46" name="Google Shape;735;p11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7" name="Google Shape;736;p11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8" name="Google Shape;737;p11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9" name="Google Shape;738;p11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50" name="Google Shape;739;p11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1" name="Google Shape;740;p11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2" name="Google Shape;741;p11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3" name="Google Shape;742;p11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54" name="Google Shape;743;p11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5" name="Google Shape;744;p11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6" name="Google Shape;745;p11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7" name="Google Shape;746;p11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58" name="Google Shape;747;p11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9" name="Google Shape;748;p11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0" name="Google Shape;749;p11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1" name="Google Shape;750;p11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62" name="Google Shape;751;p11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3" name="Google Shape;752;p11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4" name="Google Shape;753;p11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5" name="Google Shape;754;p11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66" name="Google Shape;755;p11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7" name="Google Shape;756;p11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8" name="Google Shape;757;p11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9" name="Google Shape;758;p11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70" name="Google Shape;759;p11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1" name="Google Shape;760;p11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2" name="Google Shape;761;p11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3" name="Google Shape;762;p11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74" name="Google Shape;763;p11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5" name="Google Shape;764;p11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6" name="Google Shape;765;p11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7" name="Google Shape;766;p11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78" name="Google Shape;767;p11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9" name="Google Shape;768;p11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0" name="Google Shape;769;p11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1" name="Google Shape;770;p11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82" name="Google Shape;771;p11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3" name="Google Shape;772;p11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4" name="Google Shape;773;p11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5" name="Google Shape;774;p11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86" name="Google Shape;775;p11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7" name="Google Shape;776;p11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8" name="Google Shape;777;p11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9" name="Google Shape;778;p11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490" name="Google Shape;779;p11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1" name="Google Shape;780;p11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2" name="Google Shape;781;p11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3" name="Google Shape;782;p11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94" name="Google Shape;783;p11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5" name="Google Shape;784;p11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6" name="Google Shape;785;p11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7" name="Google Shape;786;p11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98" name="Google Shape;787;p11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9" name="Google Shape;788;p11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0" name="Google Shape;789;p11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1" name="Google Shape;790;p11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02" name="Google Shape;791;p11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3" name="Google Shape;792;p11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4" name="Google Shape;793;p11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5" name="Google Shape;794;p11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06" name="Google Shape;795;p11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7" name="Google Shape;796;p11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8" name="Google Shape;797;p11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9" name="Google Shape;798;p11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10" name="Google Shape;799;p11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1" name="Google Shape;800;p11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2" name="Google Shape;801;p11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3" name="Google Shape;802;p11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14" name="Google Shape;803;p11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5" name="Google Shape;804;p11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6" name="Google Shape;805;p11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7" name="Google Shape;806;p11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18" name="Google Shape;807;p11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9" name="Google Shape;808;p11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0" name="Google Shape;809;p11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521" name="Google Shape;810;p11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522" name="Google Shape;813;p11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523" name="Google Shape;814;p11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4" name="Google Shape;815;p11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25" name="Google Shape;816;p11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26" name="Google Shape;817;p11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820;p1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32" name="Google Shape;821;p1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33" name="Google Shape;822;p1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4" name="Google Shape;823;p1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5" name="Google Shape;824;p1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6" name="Google Shape;825;p1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37" name="Google Shape;826;p1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8" name="Google Shape;827;p1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9" name="Google Shape;828;p1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0" name="Google Shape;829;p1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41" name="Google Shape;830;p1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2" name="Google Shape;831;p1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3" name="Google Shape;832;p1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4" name="Google Shape;833;p1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45" name="Google Shape;834;p1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6" name="Google Shape;835;p1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7" name="Google Shape;836;p1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8" name="Google Shape;837;p1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49" name="Google Shape;838;p1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0" name="Google Shape;839;p1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1" name="Google Shape;840;p1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2" name="Google Shape;841;p1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53" name="Google Shape;842;p1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4" name="Google Shape;843;p1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5" name="Google Shape;844;p1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6" name="Google Shape;845;p1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57" name="Google Shape;846;p1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8" name="Google Shape;847;p1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9" name="Google Shape;848;p1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0" name="Google Shape;849;p1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61" name="Google Shape;850;p1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2" name="Google Shape;851;p1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3" name="Google Shape;852;p1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4" name="Google Shape;853;p1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65" name="Google Shape;854;p1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6" name="Google Shape;855;p1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7" name="Google Shape;856;p1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8" name="Google Shape;857;p1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69" name="Google Shape;858;p1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0" name="Google Shape;859;p1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1" name="Google Shape;860;p1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2" name="Google Shape;861;p1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73" name="Google Shape;862;p1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4" name="Google Shape;863;p1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5" name="Google Shape;864;p1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6" name="Google Shape;865;p1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77" name="Google Shape;866;p1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8" name="Google Shape;867;p1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9" name="Google Shape;868;p1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0" name="Google Shape;869;p1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81" name="Google Shape;870;p1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2" name="Google Shape;871;p1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3" name="Google Shape;872;p1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4" name="Google Shape;873;p1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85" name="Google Shape;874;p1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6" name="Google Shape;875;p1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7" name="Google Shape;876;p1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8" name="Google Shape;877;p1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89" name="Google Shape;878;p1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0" name="Google Shape;879;p1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1" name="Google Shape;880;p1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2" name="Google Shape;881;p1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93" name="Google Shape;882;p1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4" name="Google Shape;883;p1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5" name="Google Shape;884;p1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6" name="Google Shape;885;p1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97" name="Google Shape;886;p1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8" name="Google Shape;887;p1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9" name="Google Shape;888;p1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0" name="Google Shape;889;p1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01" name="Google Shape;890;p1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2" name="Google Shape;891;p1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3" name="Google Shape;892;p1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4" name="Google Shape;893;p1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05" name="Google Shape;894;p1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6" name="Google Shape;895;p1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7" name="Google Shape;896;p1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8" name="Google Shape;897;p1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609" name="Google Shape;898;p1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0" name="Google Shape;899;p1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1" name="Google Shape;900;p1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612" name="Google Shape;901;p1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13" name="Google Shape;921;p13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614" name="Google Shape;922;p13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5" name="Google Shape;923;p13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16" name="Google Shape;924;p13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17" name="Google Shape;925;p13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820;p1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623" name="Google Shape;821;p1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624" name="Google Shape;822;p1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5" name="Google Shape;823;p1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6" name="Google Shape;824;p1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7" name="Google Shape;825;p1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628" name="Google Shape;826;p1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9" name="Google Shape;827;p1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0" name="Google Shape;828;p1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1" name="Google Shape;829;p1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632" name="Google Shape;830;p1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3" name="Google Shape;831;p1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4" name="Google Shape;832;p1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5" name="Google Shape;833;p1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636" name="Google Shape;834;p1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7" name="Google Shape;835;p1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8" name="Google Shape;836;p1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9" name="Google Shape;837;p1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640" name="Google Shape;838;p1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1" name="Google Shape;839;p1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2" name="Google Shape;840;p1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3" name="Google Shape;841;p1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644" name="Google Shape;842;p1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5" name="Google Shape;843;p1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6" name="Google Shape;844;p1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7" name="Google Shape;845;p1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648" name="Google Shape;846;p1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9" name="Google Shape;847;p1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0" name="Google Shape;848;p1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1" name="Google Shape;849;p1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652" name="Google Shape;850;p1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3" name="Google Shape;851;p1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4" name="Google Shape;852;p1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5" name="Google Shape;853;p1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656" name="Google Shape;854;p1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7" name="Google Shape;855;p1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8" name="Google Shape;856;p1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9" name="Google Shape;857;p1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660" name="Google Shape;858;p1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1" name="Google Shape;859;p1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2" name="Google Shape;860;p1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3" name="Google Shape;861;p1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664" name="Google Shape;862;p1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5" name="Google Shape;863;p1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6" name="Google Shape;864;p1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7" name="Google Shape;865;p1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668" name="Google Shape;866;p1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9" name="Google Shape;867;p1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0" name="Google Shape;868;p1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1" name="Google Shape;869;p1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672" name="Google Shape;870;p1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3" name="Google Shape;871;p1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4" name="Google Shape;872;p1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5" name="Google Shape;873;p1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676" name="Google Shape;874;p1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7" name="Google Shape;875;p1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8" name="Google Shape;876;p1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9" name="Google Shape;877;p1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680" name="Google Shape;878;p1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1" name="Google Shape;879;p1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2" name="Google Shape;880;p1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3" name="Google Shape;881;p1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84" name="Google Shape;882;p1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5" name="Google Shape;883;p1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6" name="Google Shape;884;p1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7" name="Google Shape;885;p1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88" name="Google Shape;886;p1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9" name="Google Shape;887;p1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90" name="Google Shape;888;p1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91" name="Google Shape;889;p1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92" name="Google Shape;890;p1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93" name="Google Shape;891;p1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94" name="Google Shape;892;p1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95" name="Google Shape;893;p1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96" name="Google Shape;894;p1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97" name="Google Shape;895;p1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98" name="Google Shape;896;p1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99" name="Google Shape;897;p1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700" name="Google Shape;898;p1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01" name="Google Shape;899;p1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02" name="Google Shape;900;p1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703" name="Google Shape;901;p1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704" name="Google Shape;921;p13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705" name="Google Shape;922;p13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6" name="Google Shape;923;p13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07" name="Google Shape;924;p13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08" name="Google Shape;925;p13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7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820;p1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714" name="Google Shape;821;p1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715" name="Google Shape;822;p1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16" name="Google Shape;823;p1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17" name="Google Shape;824;p1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18" name="Google Shape;825;p1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719" name="Google Shape;826;p1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20" name="Google Shape;827;p1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21" name="Google Shape;828;p1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22" name="Google Shape;829;p1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723" name="Google Shape;830;p1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24" name="Google Shape;831;p1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25" name="Google Shape;832;p1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26" name="Google Shape;833;p1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727" name="Google Shape;834;p1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28" name="Google Shape;835;p1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29" name="Google Shape;836;p1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30" name="Google Shape;837;p1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731" name="Google Shape;838;p1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32" name="Google Shape;839;p1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33" name="Google Shape;840;p1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34" name="Google Shape;841;p1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735" name="Google Shape;842;p1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36" name="Google Shape;843;p1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37" name="Google Shape;844;p1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38" name="Google Shape;845;p1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739" name="Google Shape;846;p1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40" name="Google Shape;847;p1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41" name="Google Shape;848;p1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42" name="Google Shape;849;p1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743" name="Google Shape;850;p1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44" name="Google Shape;851;p1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45" name="Google Shape;852;p1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46" name="Google Shape;853;p1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747" name="Google Shape;854;p1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48" name="Google Shape;855;p1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49" name="Google Shape;856;p1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50" name="Google Shape;857;p1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751" name="Google Shape;858;p1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52" name="Google Shape;859;p1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53" name="Google Shape;860;p1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54" name="Google Shape;861;p1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755" name="Google Shape;862;p1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56" name="Google Shape;863;p1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57" name="Google Shape;864;p1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58" name="Google Shape;865;p1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759" name="Google Shape;866;p1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60" name="Google Shape;867;p1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61" name="Google Shape;868;p1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62" name="Google Shape;869;p1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763" name="Google Shape;870;p1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64" name="Google Shape;871;p1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65" name="Google Shape;872;p1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66" name="Google Shape;873;p1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767" name="Google Shape;874;p1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68" name="Google Shape;875;p1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69" name="Google Shape;876;p1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70" name="Google Shape;877;p1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771" name="Google Shape;878;p1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72" name="Google Shape;879;p1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73" name="Google Shape;880;p1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74" name="Google Shape;881;p1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775" name="Google Shape;882;p1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76" name="Google Shape;883;p1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77" name="Google Shape;884;p1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78" name="Google Shape;885;p1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779" name="Google Shape;886;p1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80" name="Google Shape;887;p1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81" name="Google Shape;888;p1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82" name="Google Shape;889;p1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783" name="Google Shape;890;p1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84" name="Google Shape;891;p1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85" name="Google Shape;892;p1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86" name="Google Shape;893;p1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787" name="Google Shape;894;p1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88" name="Google Shape;895;p1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89" name="Google Shape;896;p1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790" name="Google Shape;897;p1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791" name="Google Shape;898;p1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92" name="Google Shape;899;p1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93" name="Google Shape;900;p1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794" name="Google Shape;901;p1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795" name="Google Shape;921;p13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796" name="Google Shape;922;p13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97" name="Google Shape;923;p13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98" name="Google Shape;924;p13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99" name="Google Shape;925;p13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" name="Google Shape;927;p14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803" name="Google Shape;928;p14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804" name="Google Shape;929;p14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05" name="Google Shape;930;p14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06" name="Google Shape;931;p14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07" name="Google Shape;932;p14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808" name="Google Shape;933;p14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09" name="Google Shape;934;p14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10" name="Google Shape;935;p14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11" name="Google Shape;936;p14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812" name="Google Shape;937;p14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13" name="Google Shape;938;p14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14" name="Google Shape;939;p14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15" name="Google Shape;940;p14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816" name="Google Shape;941;p14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17" name="Google Shape;942;p14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18" name="Google Shape;943;p14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19" name="Google Shape;944;p14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820" name="Google Shape;945;p14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21" name="Google Shape;946;p14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22" name="Google Shape;947;p14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23" name="Google Shape;948;p14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824" name="Google Shape;949;p14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25" name="Google Shape;950;p14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26" name="Google Shape;951;p14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27" name="Google Shape;952;p14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828" name="Google Shape;953;p14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29" name="Google Shape;954;p14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30" name="Google Shape;955;p14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31" name="Google Shape;956;p14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832" name="Google Shape;957;p14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33" name="Google Shape;958;p14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34" name="Google Shape;959;p14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35" name="Google Shape;960;p14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836" name="Google Shape;961;p14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37" name="Google Shape;962;p14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38" name="Google Shape;963;p14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39" name="Google Shape;964;p14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840" name="Google Shape;965;p14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41" name="Google Shape;966;p14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42" name="Google Shape;967;p14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43" name="Google Shape;968;p14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844" name="Google Shape;969;p14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45" name="Google Shape;970;p14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46" name="Google Shape;971;p14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47" name="Google Shape;972;p14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848" name="Google Shape;973;p14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49" name="Google Shape;974;p14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50" name="Google Shape;975;p14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51" name="Google Shape;976;p14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852" name="Google Shape;977;p14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53" name="Google Shape;978;p14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54" name="Google Shape;979;p14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55" name="Google Shape;980;p14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856" name="Google Shape;981;p14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57" name="Google Shape;982;p14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58" name="Google Shape;983;p14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59" name="Google Shape;984;p14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860" name="Google Shape;985;p14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61" name="Google Shape;986;p14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62" name="Google Shape;987;p14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63" name="Google Shape;988;p14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864" name="Google Shape;989;p14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65" name="Google Shape;990;p14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66" name="Google Shape;991;p14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67" name="Google Shape;992;p14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868" name="Google Shape;993;p14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69" name="Google Shape;994;p14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70" name="Google Shape;995;p14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71" name="Google Shape;996;p14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872" name="Google Shape;997;p14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73" name="Google Shape;998;p14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74" name="Google Shape;999;p14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75" name="Google Shape;1000;p14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876" name="Google Shape;1001;p14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77" name="Google Shape;1002;p14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78" name="Google Shape;1003;p14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79" name="Google Shape;1004;p14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880" name="Google Shape;1005;p14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81" name="Google Shape;1006;p14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82" name="Google Shape;1007;p14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883" name="Google Shape;1008;p14" descr=""/>
          <p:cNvPicPr/>
          <p:nvPr/>
        </p:nvPicPr>
        <p:blipFill>
          <a:blip r:embed="rId2"/>
          <a:srcRect l="0" t="0" r="0" b="11855"/>
          <a:stretch/>
        </p:blipFill>
        <p:spPr>
          <a:xfrm>
            <a:off x="4954680" y="3176640"/>
            <a:ext cx="4187160" cy="196380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884" name="Google Shape;1009;p14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885" name="Google Shape;1012;p14"/>
          <p:cNvGrpSpPr/>
          <p:nvPr/>
        </p:nvGrpSpPr>
        <p:grpSpPr>
          <a:xfrm>
            <a:off x="-106560" y="-1460160"/>
            <a:ext cx="1514520" cy="3806640"/>
            <a:chOff x="-106560" y="-1460160"/>
            <a:chExt cx="1514520" cy="3806640"/>
          </a:xfrm>
        </p:grpSpPr>
        <p:sp>
          <p:nvSpPr>
            <p:cNvPr id="886" name="Google Shape;1013;p14"/>
            <p:cNvSpPr/>
            <p:nvPr/>
          </p:nvSpPr>
          <p:spPr>
            <a:xfrm flipV="1" rot="5400000">
              <a:off x="-1252440" y="-31392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-1800 h 1514520"/>
                <a:gd name="textAreaBottom" fmla="*/ 15159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87" name="Google Shape;1014;p14"/>
            <p:cNvSpPr/>
            <p:nvPr/>
          </p:nvSpPr>
          <p:spPr>
            <a:xfrm flipV="1" rot="5400000">
              <a:off x="883080" y="-702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1800 h 89640"/>
                <a:gd name="textAreaBottom" fmla="*/ 946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888" name="Google Shape;1015;p14"/>
            <p:cNvSpPr/>
            <p:nvPr/>
          </p:nvSpPr>
          <p:spPr>
            <a:xfrm flipV="1" rot="5400000">
              <a:off x="659160" y="2926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-1800 h 89640"/>
                <a:gd name="textAreaBottom" fmla="*/ 910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889" name="Google Shape;1016;p14"/>
            <p:cNvSpPr/>
            <p:nvPr/>
          </p:nvSpPr>
          <p:spPr>
            <a:xfrm flipV="1" rot="5400000">
              <a:off x="68760" y="1283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-1800 h 89640"/>
                <a:gd name="textAreaBottom" fmla="*/ 910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8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4" name="Google Shape;927;p14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895" name="Google Shape;928;p14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896" name="Google Shape;929;p14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97" name="Google Shape;930;p14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98" name="Google Shape;931;p14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899" name="Google Shape;932;p14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900" name="Google Shape;933;p14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01" name="Google Shape;934;p14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02" name="Google Shape;935;p14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03" name="Google Shape;936;p14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904" name="Google Shape;937;p14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05" name="Google Shape;938;p14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06" name="Google Shape;939;p14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07" name="Google Shape;940;p14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908" name="Google Shape;941;p14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09" name="Google Shape;942;p14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10" name="Google Shape;943;p14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11" name="Google Shape;944;p14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912" name="Google Shape;945;p14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13" name="Google Shape;946;p14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14" name="Google Shape;947;p14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15" name="Google Shape;948;p14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916" name="Google Shape;949;p14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17" name="Google Shape;950;p14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18" name="Google Shape;951;p14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19" name="Google Shape;952;p14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920" name="Google Shape;953;p14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21" name="Google Shape;954;p14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22" name="Google Shape;955;p14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23" name="Google Shape;956;p14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924" name="Google Shape;957;p14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25" name="Google Shape;958;p14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26" name="Google Shape;959;p14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27" name="Google Shape;960;p14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928" name="Google Shape;961;p14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29" name="Google Shape;962;p14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30" name="Google Shape;963;p14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31" name="Google Shape;964;p14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932" name="Google Shape;965;p14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33" name="Google Shape;966;p14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34" name="Google Shape;967;p14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35" name="Google Shape;968;p14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936" name="Google Shape;969;p14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37" name="Google Shape;970;p14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38" name="Google Shape;971;p14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39" name="Google Shape;972;p14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940" name="Google Shape;973;p14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41" name="Google Shape;974;p14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42" name="Google Shape;975;p14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43" name="Google Shape;976;p14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944" name="Google Shape;977;p14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45" name="Google Shape;978;p14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46" name="Google Shape;979;p14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47" name="Google Shape;980;p14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948" name="Google Shape;981;p14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49" name="Google Shape;982;p14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50" name="Google Shape;983;p14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51" name="Google Shape;984;p14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952" name="Google Shape;985;p14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53" name="Google Shape;986;p14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54" name="Google Shape;987;p14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55" name="Google Shape;988;p14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956" name="Google Shape;989;p14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57" name="Google Shape;990;p14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58" name="Google Shape;991;p14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59" name="Google Shape;992;p14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960" name="Google Shape;993;p14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61" name="Google Shape;994;p14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62" name="Google Shape;995;p14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63" name="Google Shape;996;p14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964" name="Google Shape;997;p14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65" name="Google Shape;998;p14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66" name="Google Shape;999;p14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67" name="Google Shape;1000;p14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968" name="Google Shape;1001;p14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69" name="Google Shape;1002;p14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70" name="Google Shape;1003;p14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71" name="Google Shape;1004;p14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972" name="Google Shape;1005;p14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73" name="Google Shape;1006;p14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74" name="Google Shape;1007;p14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975" name="Google Shape;1008;p14" descr=""/>
          <p:cNvPicPr/>
          <p:nvPr/>
        </p:nvPicPr>
        <p:blipFill>
          <a:blip r:embed="rId2"/>
          <a:srcRect l="0" t="0" r="0" b="11855"/>
          <a:stretch/>
        </p:blipFill>
        <p:spPr>
          <a:xfrm>
            <a:off x="4954680" y="3176640"/>
            <a:ext cx="4187160" cy="196380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976" name="Google Shape;1009;p14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977" name="Google Shape;1012;p14"/>
          <p:cNvGrpSpPr/>
          <p:nvPr/>
        </p:nvGrpSpPr>
        <p:grpSpPr>
          <a:xfrm>
            <a:off x="-106560" y="-1460160"/>
            <a:ext cx="1514520" cy="3806640"/>
            <a:chOff x="-106560" y="-1460160"/>
            <a:chExt cx="1514520" cy="3806640"/>
          </a:xfrm>
        </p:grpSpPr>
        <p:sp>
          <p:nvSpPr>
            <p:cNvPr id="978" name="Google Shape;1013;p14"/>
            <p:cNvSpPr/>
            <p:nvPr/>
          </p:nvSpPr>
          <p:spPr>
            <a:xfrm flipV="1" rot="5400000">
              <a:off x="-1252440" y="-31392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-1800 h 1514520"/>
                <a:gd name="textAreaBottom" fmla="*/ 15159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79" name="Google Shape;1014;p14"/>
            <p:cNvSpPr/>
            <p:nvPr/>
          </p:nvSpPr>
          <p:spPr>
            <a:xfrm flipV="1" rot="5400000">
              <a:off x="883080" y="-702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1800 h 89640"/>
                <a:gd name="textAreaBottom" fmla="*/ 946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80" name="Google Shape;1015;p14"/>
            <p:cNvSpPr/>
            <p:nvPr/>
          </p:nvSpPr>
          <p:spPr>
            <a:xfrm flipV="1" rot="5400000">
              <a:off x="659160" y="2926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-1800 h 89640"/>
                <a:gd name="textAreaBottom" fmla="*/ 910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81" name="Google Shape;1016;p14"/>
            <p:cNvSpPr/>
            <p:nvPr/>
          </p:nvSpPr>
          <p:spPr>
            <a:xfrm flipV="1" rot="5400000">
              <a:off x="68760" y="1283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-1800 h 89640"/>
                <a:gd name="textAreaBottom" fmla="*/ 910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9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6" name="Google Shape;927;p14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987" name="Google Shape;928;p14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988" name="Google Shape;929;p14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89" name="Google Shape;930;p14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90" name="Google Shape;931;p14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91" name="Google Shape;932;p14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992" name="Google Shape;933;p14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93" name="Google Shape;934;p14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94" name="Google Shape;935;p14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95" name="Google Shape;936;p14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996" name="Google Shape;937;p14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97" name="Google Shape;938;p14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98" name="Google Shape;939;p14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999" name="Google Shape;940;p14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000" name="Google Shape;941;p14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01" name="Google Shape;942;p14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02" name="Google Shape;943;p14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03" name="Google Shape;944;p14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004" name="Google Shape;945;p14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05" name="Google Shape;946;p14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06" name="Google Shape;947;p14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07" name="Google Shape;948;p14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008" name="Google Shape;949;p14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09" name="Google Shape;950;p14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10" name="Google Shape;951;p14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11" name="Google Shape;952;p14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012" name="Google Shape;953;p14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13" name="Google Shape;954;p14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14" name="Google Shape;955;p14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15" name="Google Shape;956;p14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016" name="Google Shape;957;p14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17" name="Google Shape;958;p14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18" name="Google Shape;959;p14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19" name="Google Shape;960;p14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020" name="Google Shape;961;p14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21" name="Google Shape;962;p14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22" name="Google Shape;963;p14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23" name="Google Shape;964;p14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024" name="Google Shape;965;p14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25" name="Google Shape;966;p14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26" name="Google Shape;967;p14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27" name="Google Shape;968;p14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028" name="Google Shape;969;p14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29" name="Google Shape;970;p14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30" name="Google Shape;971;p14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31" name="Google Shape;972;p14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032" name="Google Shape;973;p14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33" name="Google Shape;974;p14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34" name="Google Shape;975;p14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35" name="Google Shape;976;p14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036" name="Google Shape;977;p14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37" name="Google Shape;978;p14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38" name="Google Shape;979;p14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39" name="Google Shape;980;p14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040" name="Google Shape;981;p14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41" name="Google Shape;982;p14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42" name="Google Shape;983;p14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43" name="Google Shape;984;p14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044" name="Google Shape;985;p14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45" name="Google Shape;986;p14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46" name="Google Shape;987;p14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47" name="Google Shape;988;p14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048" name="Google Shape;989;p14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49" name="Google Shape;990;p14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50" name="Google Shape;991;p14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51" name="Google Shape;992;p14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052" name="Google Shape;993;p14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53" name="Google Shape;994;p14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54" name="Google Shape;995;p14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55" name="Google Shape;996;p14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056" name="Google Shape;997;p14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57" name="Google Shape;998;p14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58" name="Google Shape;999;p14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59" name="Google Shape;1000;p14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060" name="Google Shape;1001;p14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61" name="Google Shape;1002;p14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62" name="Google Shape;1003;p14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63" name="Google Shape;1004;p14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064" name="Google Shape;1005;p14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65" name="Google Shape;1006;p14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66" name="Google Shape;1007;p14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1067" name="Google Shape;1008;p14" descr=""/>
          <p:cNvPicPr/>
          <p:nvPr/>
        </p:nvPicPr>
        <p:blipFill>
          <a:blip r:embed="rId2"/>
          <a:srcRect l="0" t="0" r="0" b="11855"/>
          <a:stretch/>
        </p:blipFill>
        <p:spPr>
          <a:xfrm>
            <a:off x="4954680" y="3176640"/>
            <a:ext cx="4187160" cy="196380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1068" name="Google Shape;1009;p14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069" name="Google Shape;1012;p14"/>
          <p:cNvGrpSpPr/>
          <p:nvPr/>
        </p:nvGrpSpPr>
        <p:grpSpPr>
          <a:xfrm>
            <a:off x="-106560" y="-1460160"/>
            <a:ext cx="1514520" cy="3806640"/>
            <a:chOff x="-106560" y="-1460160"/>
            <a:chExt cx="1514520" cy="3806640"/>
          </a:xfrm>
        </p:grpSpPr>
        <p:sp>
          <p:nvSpPr>
            <p:cNvPr id="1070" name="Google Shape;1013;p14"/>
            <p:cNvSpPr/>
            <p:nvPr/>
          </p:nvSpPr>
          <p:spPr>
            <a:xfrm flipV="1" rot="5400000">
              <a:off x="-1252440" y="-31392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-1800 h 1514520"/>
                <a:gd name="textAreaBottom" fmla="*/ 15159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1" name="Google Shape;1014;p14"/>
            <p:cNvSpPr/>
            <p:nvPr/>
          </p:nvSpPr>
          <p:spPr>
            <a:xfrm flipV="1" rot="5400000">
              <a:off x="883080" y="-702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1800 h 89640"/>
                <a:gd name="textAreaBottom" fmla="*/ 946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72" name="Google Shape;1015;p14"/>
            <p:cNvSpPr/>
            <p:nvPr/>
          </p:nvSpPr>
          <p:spPr>
            <a:xfrm flipV="1" rot="5400000">
              <a:off x="659160" y="2926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-1800 h 89640"/>
                <a:gd name="textAreaBottom" fmla="*/ 910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73" name="Google Shape;1016;p14"/>
            <p:cNvSpPr/>
            <p:nvPr/>
          </p:nvSpPr>
          <p:spPr>
            <a:xfrm flipV="1" rot="5400000">
              <a:off x="68760" y="1283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-1800 h 89640"/>
                <a:gd name="textAreaBottom" fmla="*/ 910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0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oogle Shape;1018;p15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077" name="Google Shape;1019;p15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078" name="Google Shape;1020;p15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79" name="Google Shape;1021;p15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80" name="Google Shape;1022;p15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81" name="Google Shape;1023;p15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082" name="Google Shape;1024;p15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83" name="Google Shape;1025;p15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84" name="Google Shape;1026;p15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85" name="Google Shape;1027;p15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086" name="Google Shape;1028;p15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87" name="Google Shape;1029;p15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88" name="Google Shape;1030;p15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89" name="Google Shape;1031;p15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090" name="Google Shape;1032;p15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91" name="Google Shape;1033;p15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92" name="Google Shape;1034;p15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93" name="Google Shape;1035;p15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094" name="Google Shape;1036;p15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95" name="Google Shape;1037;p15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96" name="Google Shape;1038;p15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097" name="Google Shape;1039;p15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098" name="Google Shape;1040;p15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99" name="Google Shape;1041;p15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00" name="Google Shape;1042;p15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01" name="Google Shape;1043;p15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102" name="Google Shape;1044;p15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03" name="Google Shape;1045;p15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04" name="Google Shape;1046;p15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05" name="Google Shape;1047;p15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106" name="Google Shape;1048;p15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07" name="Google Shape;1049;p15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08" name="Google Shape;1050;p15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09" name="Google Shape;1051;p15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110" name="Google Shape;1052;p15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11" name="Google Shape;1053;p15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12" name="Google Shape;1054;p15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13" name="Google Shape;1055;p15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114" name="Google Shape;1056;p15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15" name="Google Shape;1057;p15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16" name="Google Shape;1058;p15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17" name="Google Shape;1059;p15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118" name="Google Shape;1060;p15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19" name="Google Shape;1061;p15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20" name="Google Shape;1062;p15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21" name="Google Shape;1063;p15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122" name="Google Shape;1064;p15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23" name="Google Shape;1065;p15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24" name="Google Shape;1066;p15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25" name="Google Shape;1067;p15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126" name="Google Shape;1068;p15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27" name="Google Shape;1069;p15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28" name="Google Shape;1070;p15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29" name="Google Shape;1071;p15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130" name="Google Shape;1072;p15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31" name="Google Shape;1073;p15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32" name="Google Shape;1074;p15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33" name="Google Shape;1075;p15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134" name="Google Shape;1076;p15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35" name="Google Shape;1077;p15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36" name="Google Shape;1078;p15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37" name="Google Shape;1079;p15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138" name="Google Shape;1080;p15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39" name="Google Shape;1081;p15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40" name="Google Shape;1082;p15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41" name="Google Shape;1083;p15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142" name="Google Shape;1084;p15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43" name="Google Shape;1085;p15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44" name="Google Shape;1086;p15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45" name="Google Shape;1087;p15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146" name="Google Shape;1088;p15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47" name="Google Shape;1089;p15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48" name="Google Shape;1090;p15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49" name="Google Shape;1091;p15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150" name="Google Shape;1092;p15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51" name="Google Shape;1093;p15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52" name="Google Shape;1094;p15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53" name="Google Shape;1095;p15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154" name="Google Shape;1096;p15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55" name="Google Shape;1097;p15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56" name="Google Shape;1098;p15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157" name="Google Shape;1099;p15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158" name="Google Shape;1101;p15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1159" name="Google Shape;1102;p15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0" name="Google Shape;1103;p15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61" name="Google Shape;1104;p15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62" name="Google Shape;1105;p15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1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" name="Google Shape;1018;p15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168" name="Google Shape;1019;p15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169" name="Google Shape;1020;p15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70" name="Google Shape;1021;p15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71" name="Google Shape;1022;p15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72" name="Google Shape;1023;p15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173" name="Google Shape;1024;p15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74" name="Google Shape;1025;p15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75" name="Google Shape;1026;p15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76" name="Google Shape;1027;p15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177" name="Google Shape;1028;p15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78" name="Google Shape;1029;p15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79" name="Google Shape;1030;p15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80" name="Google Shape;1031;p15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181" name="Google Shape;1032;p15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82" name="Google Shape;1033;p15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83" name="Google Shape;1034;p15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84" name="Google Shape;1035;p15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185" name="Google Shape;1036;p15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86" name="Google Shape;1037;p15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87" name="Google Shape;1038;p15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88" name="Google Shape;1039;p15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189" name="Google Shape;1040;p15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90" name="Google Shape;1041;p15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91" name="Google Shape;1042;p15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92" name="Google Shape;1043;p15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193" name="Google Shape;1044;p15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94" name="Google Shape;1045;p15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95" name="Google Shape;1046;p15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196" name="Google Shape;1047;p15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197" name="Google Shape;1048;p15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98" name="Google Shape;1049;p15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99" name="Google Shape;1050;p15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00" name="Google Shape;1051;p15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201" name="Google Shape;1052;p15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02" name="Google Shape;1053;p15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03" name="Google Shape;1054;p15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04" name="Google Shape;1055;p15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205" name="Google Shape;1056;p15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06" name="Google Shape;1057;p15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07" name="Google Shape;1058;p15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08" name="Google Shape;1059;p15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209" name="Google Shape;1060;p15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10" name="Google Shape;1061;p15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11" name="Google Shape;1062;p15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12" name="Google Shape;1063;p15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213" name="Google Shape;1064;p15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14" name="Google Shape;1065;p15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15" name="Google Shape;1066;p15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16" name="Google Shape;1067;p15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217" name="Google Shape;1068;p15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18" name="Google Shape;1069;p15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19" name="Google Shape;1070;p15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20" name="Google Shape;1071;p15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221" name="Google Shape;1072;p15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22" name="Google Shape;1073;p15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23" name="Google Shape;1074;p15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24" name="Google Shape;1075;p15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225" name="Google Shape;1076;p15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26" name="Google Shape;1077;p15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27" name="Google Shape;1078;p15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28" name="Google Shape;1079;p15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229" name="Google Shape;1080;p15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30" name="Google Shape;1081;p15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31" name="Google Shape;1082;p15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32" name="Google Shape;1083;p15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233" name="Google Shape;1084;p15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34" name="Google Shape;1085;p15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35" name="Google Shape;1086;p15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36" name="Google Shape;1087;p15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237" name="Google Shape;1088;p15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38" name="Google Shape;1089;p15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39" name="Google Shape;1090;p15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40" name="Google Shape;1091;p15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241" name="Google Shape;1092;p15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42" name="Google Shape;1093;p15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43" name="Google Shape;1094;p15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44" name="Google Shape;1095;p15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245" name="Google Shape;1096;p15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46" name="Google Shape;1097;p15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47" name="Google Shape;1098;p15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248" name="Google Shape;1099;p15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249" name="Google Shape;1101;p15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1250" name="Google Shape;1102;p15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1" name="Google Shape;1103;p15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52" name="Google Shape;1104;p15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53" name="Google Shape;1105;p15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2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8" name="Google Shape;1018;p15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259" name="Google Shape;1019;p15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260" name="Google Shape;1020;p15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61" name="Google Shape;1021;p15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62" name="Google Shape;1022;p15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63" name="Google Shape;1023;p15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264" name="Google Shape;1024;p15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65" name="Google Shape;1025;p15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66" name="Google Shape;1026;p15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67" name="Google Shape;1027;p15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268" name="Google Shape;1028;p15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69" name="Google Shape;1029;p15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70" name="Google Shape;1030;p15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71" name="Google Shape;1031;p15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272" name="Google Shape;1032;p15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73" name="Google Shape;1033;p15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74" name="Google Shape;1034;p15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75" name="Google Shape;1035;p15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276" name="Google Shape;1036;p15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77" name="Google Shape;1037;p15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78" name="Google Shape;1038;p15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79" name="Google Shape;1039;p15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280" name="Google Shape;1040;p15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81" name="Google Shape;1041;p15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82" name="Google Shape;1042;p15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83" name="Google Shape;1043;p15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284" name="Google Shape;1044;p15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85" name="Google Shape;1045;p15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86" name="Google Shape;1046;p15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87" name="Google Shape;1047;p15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288" name="Google Shape;1048;p15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89" name="Google Shape;1049;p15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90" name="Google Shape;1050;p15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91" name="Google Shape;1051;p15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292" name="Google Shape;1052;p15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93" name="Google Shape;1053;p15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94" name="Google Shape;1054;p15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95" name="Google Shape;1055;p15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296" name="Google Shape;1056;p15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97" name="Google Shape;1057;p15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98" name="Google Shape;1058;p15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299" name="Google Shape;1059;p15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300" name="Google Shape;1060;p15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01" name="Google Shape;1061;p15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02" name="Google Shape;1062;p15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03" name="Google Shape;1063;p15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304" name="Google Shape;1064;p15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05" name="Google Shape;1065;p15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06" name="Google Shape;1066;p15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07" name="Google Shape;1067;p15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308" name="Google Shape;1068;p15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09" name="Google Shape;1069;p15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10" name="Google Shape;1070;p15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11" name="Google Shape;1071;p15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312" name="Google Shape;1072;p15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13" name="Google Shape;1073;p15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14" name="Google Shape;1074;p15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15" name="Google Shape;1075;p15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316" name="Google Shape;1076;p15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17" name="Google Shape;1077;p15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18" name="Google Shape;1078;p15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19" name="Google Shape;1079;p15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320" name="Google Shape;1080;p15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21" name="Google Shape;1081;p15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22" name="Google Shape;1082;p15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23" name="Google Shape;1083;p15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324" name="Google Shape;1084;p15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25" name="Google Shape;1085;p15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26" name="Google Shape;1086;p15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27" name="Google Shape;1087;p15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328" name="Google Shape;1088;p15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29" name="Google Shape;1089;p15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30" name="Google Shape;1090;p15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31" name="Google Shape;1091;p15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332" name="Google Shape;1092;p15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33" name="Google Shape;1093;p15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34" name="Google Shape;1094;p15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35" name="Google Shape;1095;p15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336" name="Google Shape;1096;p15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37" name="Google Shape;1097;p15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38" name="Google Shape;1098;p15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339" name="Google Shape;1099;p15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340" name="Google Shape;1101;p15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1341" name="Google Shape;1102;p15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42" name="Google Shape;1103;p15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43" name="Google Shape;1104;p15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44" name="Google Shape;1105;p15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5" name="Google Shape;1107;p16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346" name="Google Shape;1108;p16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347" name="Google Shape;1109;p16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48" name="Google Shape;1110;p16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49" name="Google Shape;1111;p16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50" name="Google Shape;1112;p16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351" name="Google Shape;1113;p16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52" name="Google Shape;1114;p16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53" name="Google Shape;1115;p16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54" name="Google Shape;1116;p16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355" name="Google Shape;1117;p16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56" name="Google Shape;1118;p16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57" name="Google Shape;1119;p16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58" name="Google Shape;1120;p16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359" name="Google Shape;1121;p16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60" name="Google Shape;1122;p16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61" name="Google Shape;1123;p16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62" name="Google Shape;1124;p16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363" name="Google Shape;1125;p16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64" name="Google Shape;1126;p16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65" name="Google Shape;1127;p16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66" name="Google Shape;1128;p16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367" name="Google Shape;1129;p16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68" name="Google Shape;1130;p16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69" name="Google Shape;1131;p16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70" name="Google Shape;1132;p16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371" name="Google Shape;1133;p16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72" name="Google Shape;1134;p16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73" name="Google Shape;1135;p16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74" name="Google Shape;1136;p16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375" name="Google Shape;1137;p16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76" name="Google Shape;1138;p16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77" name="Google Shape;1139;p16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78" name="Google Shape;1140;p16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379" name="Google Shape;1141;p16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80" name="Google Shape;1142;p16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81" name="Google Shape;1143;p16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82" name="Google Shape;1144;p16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383" name="Google Shape;1145;p16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84" name="Google Shape;1146;p16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85" name="Google Shape;1147;p16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86" name="Google Shape;1148;p16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387" name="Google Shape;1149;p16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88" name="Google Shape;1150;p16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89" name="Google Shape;1151;p16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90" name="Google Shape;1152;p16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391" name="Google Shape;1153;p16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92" name="Google Shape;1154;p16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93" name="Google Shape;1155;p16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94" name="Google Shape;1156;p16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395" name="Google Shape;1157;p16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96" name="Google Shape;1158;p16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97" name="Google Shape;1159;p16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398" name="Google Shape;1160;p16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399" name="Google Shape;1161;p16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00" name="Google Shape;1162;p16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01" name="Google Shape;1163;p16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02" name="Google Shape;1164;p16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403" name="Google Shape;1165;p16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04" name="Google Shape;1166;p16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05" name="Google Shape;1167;p16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06" name="Google Shape;1168;p16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407" name="Google Shape;1169;p16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08" name="Google Shape;1170;p16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09" name="Google Shape;1171;p16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10" name="Google Shape;1172;p16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411" name="Google Shape;1173;p16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12" name="Google Shape;1174;p16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13" name="Google Shape;1175;p16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14" name="Google Shape;1176;p16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415" name="Google Shape;1177;p16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16" name="Google Shape;1178;p16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17" name="Google Shape;1179;p16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18" name="Google Shape;1180;p16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419" name="Google Shape;1181;p16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20" name="Google Shape;1182;p16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21" name="Google Shape;1183;p16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22" name="Google Shape;1184;p16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423" name="Google Shape;1185;p16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24" name="Google Shape;1186;p16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25" name="Google Shape;1187;p16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426" name="Google Shape;1188;p16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427" name="Google Shape;1190;p16"/>
          <p:cNvGrpSpPr/>
          <p:nvPr/>
        </p:nvGrpSpPr>
        <p:grpSpPr>
          <a:xfrm>
            <a:off x="-1297800" y="3559320"/>
            <a:ext cx="3806640" cy="2251800"/>
            <a:chOff x="-1297800" y="3559320"/>
            <a:chExt cx="3806640" cy="2251800"/>
          </a:xfrm>
        </p:grpSpPr>
        <p:sp>
          <p:nvSpPr>
            <p:cNvPr id="1428" name="Google Shape;1191;p16"/>
            <p:cNvSpPr/>
            <p:nvPr/>
          </p:nvSpPr>
          <p:spPr>
            <a:xfrm flipH="1">
              <a:off x="-1297800" y="35593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29" name="Google Shape;1192;p16"/>
            <p:cNvSpPr/>
            <p:nvPr/>
          </p:nvSpPr>
          <p:spPr>
            <a:xfrm flipH="1">
              <a:off x="1675080" y="524988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30" name="Google Shape;1193;p16"/>
            <p:cNvSpPr/>
            <p:nvPr/>
          </p:nvSpPr>
          <p:spPr>
            <a:xfrm flipH="1">
              <a:off x="689040" y="498312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31" name="Google Shape;1194;p16"/>
            <p:cNvSpPr/>
            <p:nvPr/>
          </p:nvSpPr>
          <p:spPr>
            <a:xfrm flipH="1">
              <a:off x="-296640" y="4454640"/>
              <a:ext cx="89640" cy="89640"/>
            </a:xfrm>
            <a:custGeom>
              <a:avLst/>
              <a:gdLst>
                <a:gd name="textAreaLeft" fmla="*/ 1800 w 89640"/>
                <a:gd name="textAreaRight" fmla="*/ 946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32" name="Google Shape;1195;p16"/>
            <p:cNvSpPr/>
            <p:nvPr/>
          </p:nvSpPr>
          <p:spPr>
            <a:xfrm flipH="1" rot="2700000">
              <a:off x="-969840" y="4130640"/>
              <a:ext cx="58680" cy="57960"/>
            </a:xfrm>
            <a:custGeom>
              <a:avLst/>
              <a:gdLst>
                <a:gd name="textAreaLeft" fmla="*/ 1800 w 58680"/>
                <a:gd name="textAreaRight" fmla="*/ 637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33" name="Google Shape;1196;p16"/>
            <p:cNvSpPr/>
            <p:nvPr/>
          </p:nvSpPr>
          <p:spPr>
            <a:xfrm flipH="1" rot="2700000">
              <a:off x="217440" y="445896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34" name="Google Shape;1197;p16"/>
            <p:cNvSpPr/>
            <p:nvPr/>
          </p:nvSpPr>
          <p:spPr>
            <a:xfrm flipH="1" rot="2700000">
              <a:off x="1070280" y="481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35" name="Google Shape;1198;p16"/>
            <p:cNvSpPr/>
            <p:nvPr/>
          </p:nvSpPr>
          <p:spPr>
            <a:xfrm flipH="1" rot="2700000">
              <a:off x="1979640" y="51926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4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0" name="Google Shape;1107;p16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441" name="Google Shape;1108;p16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442" name="Google Shape;1109;p16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43" name="Google Shape;1110;p16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44" name="Google Shape;1111;p16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45" name="Google Shape;1112;p16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446" name="Google Shape;1113;p16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47" name="Google Shape;1114;p16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48" name="Google Shape;1115;p16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49" name="Google Shape;1116;p16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450" name="Google Shape;1117;p16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51" name="Google Shape;1118;p16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52" name="Google Shape;1119;p16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53" name="Google Shape;1120;p16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454" name="Google Shape;1121;p16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55" name="Google Shape;1122;p16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56" name="Google Shape;1123;p16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57" name="Google Shape;1124;p16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458" name="Google Shape;1125;p16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59" name="Google Shape;1126;p16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60" name="Google Shape;1127;p16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61" name="Google Shape;1128;p16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462" name="Google Shape;1129;p16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63" name="Google Shape;1130;p16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64" name="Google Shape;1131;p16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65" name="Google Shape;1132;p16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466" name="Google Shape;1133;p16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67" name="Google Shape;1134;p16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68" name="Google Shape;1135;p16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69" name="Google Shape;1136;p16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470" name="Google Shape;1137;p16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71" name="Google Shape;1138;p16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72" name="Google Shape;1139;p16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73" name="Google Shape;1140;p16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474" name="Google Shape;1141;p16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75" name="Google Shape;1142;p16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76" name="Google Shape;1143;p16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77" name="Google Shape;1144;p16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478" name="Google Shape;1145;p16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79" name="Google Shape;1146;p16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80" name="Google Shape;1147;p16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81" name="Google Shape;1148;p16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482" name="Google Shape;1149;p16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83" name="Google Shape;1150;p16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84" name="Google Shape;1151;p16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85" name="Google Shape;1152;p16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486" name="Google Shape;1153;p16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87" name="Google Shape;1154;p16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88" name="Google Shape;1155;p16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89" name="Google Shape;1156;p16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490" name="Google Shape;1157;p16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91" name="Google Shape;1158;p16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92" name="Google Shape;1159;p16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93" name="Google Shape;1160;p16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494" name="Google Shape;1161;p16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95" name="Google Shape;1162;p16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96" name="Google Shape;1163;p16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497" name="Google Shape;1164;p16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498" name="Google Shape;1165;p16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99" name="Google Shape;1166;p16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00" name="Google Shape;1167;p16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01" name="Google Shape;1168;p16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502" name="Google Shape;1169;p16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03" name="Google Shape;1170;p16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04" name="Google Shape;1171;p16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05" name="Google Shape;1172;p16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506" name="Google Shape;1173;p16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07" name="Google Shape;1174;p16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08" name="Google Shape;1175;p16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09" name="Google Shape;1176;p16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510" name="Google Shape;1177;p16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11" name="Google Shape;1178;p16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12" name="Google Shape;1179;p16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13" name="Google Shape;1180;p16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514" name="Google Shape;1181;p16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15" name="Google Shape;1182;p16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16" name="Google Shape;1183;p16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17" name="Google Shape;1184;p16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518" name="Google Shape;1185;p16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19" name="Google Shape;1186;p16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20" name="Google Shape;1187;p16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521" name="Google Shape;1188;p16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522" name="Google Shape;1190;p16"/>
          <p:cNvGrpSpPr/>
          <p:nvPr/>
        </p:nvGrpSpPr>
        <p:grpSpPr>
          <a:xfrm>
            <a:off x="-1297800" y="3559320"/>
            <a:ext cx="3806640" cy="2251800"/>
            <a:chOff x="-1297800" y="3559320"/>
            <a:chExt cx="3806640" cy="2251800"/>
          </a:xfrm>
        </p:grpSpPr>
        <p:sp>
          <p:nvSpPr>
            <p:cNvPr id="1523" name="Google Shape;1191;p16"/>
            <p:cNvSpPr/>
            <p:nvPr/>
          </p:nvSpPr>
          <p:spPr>
            <a:xfrm flipH="1">
              <a:off x="-1297800" y="35593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24" name="Google Shape;1192;p16"/>
            <p:cNvSpPr/>
            <p:nvPr/>
          </p:nvSpPr>
          <p:spPr>
            <a:xfrm flipH="1">
              <a:off x="1675080" y="524988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25" name="Google Shape;1193;p16"/>
            <p:cNvSpPr/>
            <p:nvPr/>
          </p:nvSpPr>
          <p:spPr>
            <a:xfrm flipH="1">
              <a:off x="689040" y="498312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26" name="Google Shape;1194;p16"/>
            <p:cNvSpPr/>
            <p:nvPr/>
          </p:nvSpPr>
          <p:spPr>
            <a:xfrm flipH="1">
              <a:off x="-296640" y="4454640"/>
              <a:ext cx="89640" cy="89640"/>
            </a:xfrm>
            <a:custGeom>
              <a:avLst/>
              <a:gdLst>
                <a:gd name="textAreaLeft" fmla="*/ 1800 w 89640"/>
                <a:gd name="textAreaRight" fmla="*/ 946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27" name="Google Shape;1195;p16"/>
            <p:cNvSpPr/>
            <p:nvPr/>
          </p:nvSpPr>
          <p:spPr>
            <a:xfrm flipH="1" rot="2700000">
              <a:off x="-969840" y="4130640"/>
              <a:ext cx="58680" cy="57960"/>
            </a:xfrm>
            <a:custGeom>
              <a:avLst/>
              <a:gdLst>
                <a:gd name="textAreaLeft" fmla="*/ 1800 w 58680"/>
                <a:gd name="textAreaRight" fmla="*/ 637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28" name="Google Shape;1196;p16"/>
            <p:cNvSpPr/>
            <p:nvPr/>
          </p:nvSpPr>
          <p:spPr>
            <a:xfrm flipH="1" rot="2700000">
              <a:off x="217440" y="445896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29" name="Google Shape;1197;p16"/>
            <p:cNvSpPr/>
            <p:nvPr/>
          </p:nvSpPr>
          <p:spPr>
            <a:xfrm flipH="1" rot="2700000">
              <a:off x="1070280" y="481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30" name="Google Shape;1198;p16"/>
            <p:cNvSpPr/>
            <p:nvPr/>
          </p:nvSpPr>
          <p:spPr>
            <a:xfrm flipH="1" rot="2700000">
              <a:off x="1979640" y="51926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5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5" name="Google Shape;1107;p16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536" name="Google Shape;1108;p16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537" name="Google Shape;1109;p16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38" name="Google Shape;1110;p16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39" name="Google Shape;1111;p16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40" name="Google Shape;1112;p16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541" name="Google Shape;1113;p16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42" name="Google Shape;1114;p16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43" name="Google Shape;1115;p16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44" name="Google Shape;1116;p16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545" name="Google Shape;1117;p16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46" name="Google Shape;1118;p16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47" name="Google Shape;1119;p16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48" name="Google Shape;1120;p16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549" name="Google Shape;1121;p16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50" name="Google Shape;1122;p16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51" name="Google Shape;1123;p16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52" name="Google Shape;1124;p16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553" name="Google Shape;1125;p16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54" name="Google Shape;1126;p16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55" name="Google Shape;1127;p16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56" name="Google Shape;1128;p16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557" name="Google Shape;1129;p16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58" name="Google Shape;1130;p16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59" name="Google Shape;1131;p16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60" name="Google Shape;1132;p16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561" name="Google Shape;1133;p16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62" name="Google Shape;1134;p16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63" name="Google Shape;1135;p16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64" name="Google Shape;1136;p16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565" name="Google Shape;1137;p16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66" name="Google Shape;1138;p16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67" name="Google Shape;1139;p16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68" name="Google Shape;1140;p16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569" name="Google Shape;1141;p16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70" name="Google Shape;1142;p16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71" name="Google Shape;1143;p16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72" name="Google Shape;1144;p16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573" name="Google Shape;1145;p16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74" name="Google Shape;1146;p16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75" name="Google Shape;1147;p16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76" name="Google Shape;1148;p16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577" name="Google Shape;1149;p16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78" name="Google Shape;1150;p16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79" name="Google Shape;1151;p16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80" name="Google Shape;1152;p16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581" name="Google Shape;1153;p16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82" name="Google Shape;1154;p16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83" name="Google Shape;1155;p16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84" name="Google Shape;1156;p16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585" name="Google Shape;1157;p16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86" name="Google Shape;1158;p16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87" name="Google Shape;1159;p16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88" name="Google Shape;1160;p16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589" name="Google Shape;1161;p16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90" name="Google Shape;1162;p16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91" name="Google Shape;1163;p16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92" name="Google Shape;1164;p16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593" name="Google Shape;1165;p16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94" name="Google Shape;1166;p16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95" name="Google Shape;1167;p16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596" name="Google Shape;1168;p16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597" name="Google Shape;1169;p16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98" name="Google Shape;1170;p16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99" name="Google Shape;1171;p16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00" name="Google Shape;1172;p16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601" name="Google Shape;1173;p16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02" name="Google Shape;1174;p16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03" name="Google Shape;1175;p16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04" name="Google Shape;1176;p16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605" name="Google Shape;1177;p16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06" name="Google Shape;1178;p16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07" name="Google Shape;1179;p16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08" name="Google Shape;1180;p16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609" name="Google Shape;1181;p16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10" name="Google Shape;1182;p16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11" name="Google Shape;1183;p16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12" name="Google Shape;1184;p16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613" name="Google Shape;1185;p16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14" name="Google Shape;1186;p16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15" name="Google Shape;1187;p16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616" name="Google Shape;1188;p16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617" name="Google Shape;1190;p16"/>
          <p:cNvGrpSpPr/>
          <p:nvPr/>
        </p:nvGrpSpPr>
        <p:grpSpPr>
          <a:xfrm>
            <a:off x="-1297800" y="3559320"/>
            <a:ext cx="3806640" cy="2251800"/>
            <a:chOff x="-1297800" y="3559320"/>
            <a:chExt cx="3806640" cy="2251800"/>
          </a:xfrm>
        </p:grpSpPr>
        <p:sp>
          <p:nvSpPr>
            <p:cNvPr id="1618" name="Google Shape;1191;p16"/>
            <p:cNvSpPr/>
            <p:nvPr/>
          </p:nvSpPr>
          <p:spPr>
            <a:xfrm flipH="1">
              <a:off x="-1297800" y="35593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19" name="Google Shape;1192;p16"/>
            <p:cNvSpPr/>
            <p:nvPr/>
          </p:nvSpPr>
          <p:spPr>
            <a:xfrm flipH="1">
              <a:off x="1675080" y="524988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20" name="Google Shape;1193;p16"/>
            <p:cNvSpPr/>
            <p:nvPr/>
          </p:nvSpPr>
          <p:spPr>
            <a:xfrm flipH="1">
              <a:off x="689040" y="498312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21" name="Google Shape;1194;p16"/>
            <p:cNvSpPr/>
            <p:nvPr/>
          </p:nvSpPr>
          <p:spPr>
            <a:xfrm flipH="1">
              <a:off x="-296640" y="4454640"/>
              <a:ext cx="89640" cy="89640"/>
            </a:xfrm>
            <a:custGeom>
              <a:avLst/>
              <a:gdLst>
                <a:gd name="textAreaLeft" fmla="*/ 1800 w 89640"/>
                <a:gd name="textAreaRight" fmla="*/ 946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22" name="Google Shape;1195;p16"/>
            <p:cNvSpPr/>
            <p:nvPr/>
          </p:nvSpPr>
          <p:spPr>
            <a:xfrm flipH="1" rot="2700000">
              <a:off x="-969840" y="4130640"/>
              <a:ext cx="58680" cy="57960"/>
            </a:xfrm>
            <a:custGeom>
              <a:avLst/>
              <a:gdLst>
                <a:gd name="textAreaLeft" fmla="*/ 1800 w 58680"/>
                <a:gd name="textAreaRight" fmla="*/ 637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23" name="Google Shape;1196;p16"/>
            <p:cNvSpPr/>
            <p:nvPr/>
          </p:nvSpPr>
          <p:spPr>
            <a:xfrm flipH="1" rot="2700000">
              <a:off x="217440" y="445896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24" name="Google Shape;1197;p16"/>
            <p:cNvSpPr/>
            <p:nvPr/>
          </p:nvSpPr>
          <p:spPr>
            <a:xfrm flipH="1" rot="2700000">
              <a:off x="1070280" y="481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25" name="Google Shape;1198;p16"/>
            <p:cNvSpPr/>
            <p:nvPr/>
          </p:nvSpPr>
          <p:spPr>
            <a:xfrm flipH="1" rot="2700000">
              <a:off x="1979640" y="51926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6" name="Google Shape;1200;p17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627" name="Google Shape;1201;p17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628" name="Google Shape;1202;p17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29" name="Google Shape;1203;p17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30" name="Google Shape;1204;p17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31" name="Google Shape;1205;p17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632" name="Google Shape;1206;p17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33" name="Google Shape;1207;p17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34" name="Google Shape;1208;p17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35" name="Google Shape;1209;p17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636" name="Google Shape;1210;p17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37" name="Google Shape;1211;p17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38" name="Google Shape;1212;p17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39" name="Google Shape;1213;p17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640" name="Google Shape;1214;p17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41" name="Google Shape;1215;p17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42" name="Google Shape;1216;p17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43" name="Google Shape;1217;p17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644" name="Google Shape;1218;p17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45" name="Google Shape;1219;p17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46" name="Google Shape;1220;p17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47" name="Google Shape;1221;p17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648" name="Google Shape;1222;p17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49" name="Google Shape;1223;p17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50" name="Google Shape;1224;p17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51" name="Google Shape;1225;p17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652" name="Google Shape;1226;p17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53" name="Google Shape;1227;p17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54" name="Google Shape;1228;p17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55" name="Google Shape;1229;p17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656" name="Google Shape;1230;p17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57" name="Google Shape;1231;p17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58" name="Google Shape;1232;p17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59" name="Google Shape;1233;p17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660" name="Google Shape;1234;p17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61" name="Google Shape;1235;p17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62" name="Google Shape;1236;p17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63" name="Google Shape;1237;p17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664" name="Google Shape;1238;p17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65" name="Google Shape;1239;p17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66" name="Google Shape;1240;p17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67" name="Google Shape;1241;p17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668" name="Google Shape;1242;p17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69" name="Google Shape;1243;p17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70" name="Google Shape;1244;p17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71" name="Google Shape;1245;p17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672" name="Google Shape;1246;p17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73" name="Google Shape;1247;p17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74" name="Google Shape;1248;p17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75" name="Google Shape;1249;p17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676" name="Google Shape;1250;p17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77" name="Google Shape;1251;p17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78" name="Google Shape;1252;p17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79" name="Google Shape;1253;p17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680" name="Google Shape;1254;p17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81" name="Google Shape;1255;p17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82" name="Google Shape;1256;p17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83" name="Google Shape;1257;p17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684" name="Google Shape;1258;p17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85" name="Google Shape;1259;p17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86" name="Google Shape;1260;p17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87" name="Google Shape;1261;p17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688" name="Google Shape;1262;p17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89" name="Google Shape;1263;p17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90" name="Google Shape;1264;p17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91" name="Google Shape;1265;p17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692" name="Google Shape;1266;p17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93" name="Google Shape;1267;p17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94" name="Google Shape;1268;p17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95" name="Google Shape;1269;p17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696" name="Google Shape;1270;p17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97" name="Google Shape;1271;p17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98" name="Google Shape;1272;p17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99" name="Google Shape;1273;p17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700" name="Google Shape;1274;p17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01" name="Google Shape;1275;p17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02" name="Google Shape;1276;p17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03" name="Google Shape;1277;p17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704" name="Google Shape;1278;p17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05" name="Google Shape;1279;p17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06" name="Google Shape;1280;p17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707" name="Google Shape;1281;p17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708" name="Google Shape;1283;p17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1709" name="Google Shape;1284;p17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10" name="Google Shape;1285;p17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11" name="Google Shape;1286;p17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12" name="Google Shape;1287;p17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7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7" name="Google Shape;1200;p17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718" name="Google Shape;1201;p17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719" name="Google Shape;1202;p17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20" name="Google Shape;1203;p17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21" name="Google Shape;1204;p17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22" name="Google Shape;1205;p17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723" name="Google Shape;1206;p17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24" name="Google Shape;1207;p17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25" name="Google Shape;1208;p17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26" name="Google Shape;1209;p17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727" name="Google Shape;1210;p17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28" name="Google Shape;1211;p17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29" name="Google Shape;1212;p17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30" name="Google Shape;1213;p17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731" name="Google Shape;1214;p17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32" name="Google Shape;1215;p17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33" name="Google Shape;1216;p17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34" name="Google Shape;1217;p17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735" name="Google Shape;1218;p17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36" name="Google Shape;1219;p17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37" name="Google Shape;1220;p17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38" name="Google Shape;1221;p17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739" name="Google Shape;1222;p17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40" name="Google Shape;1223;p17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41" name="Google Shape;1224;p17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42" name="Google Shape;1225;p17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743" name="Google Shape;1226;p17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44" name="Google Shape;1227;p17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45" name="Google Shape;1228;p17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46" name="Google Shape;1229;p17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747" name="Google Shape;1230;p17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48" name="Google Shape;1231;p17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49" name="Google Shape;1232;p17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50" name="Google Shape;1233;p17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751" name="Google Shape;1234;p17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52" name="Google Shape;1235;p17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53" name="Google Shape;1236;p17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54" name="Google Shape;1237;p17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755" name="Google Shape;1238;p17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56" name="Google Shape;1239;p17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57" name="Google Shape;1240;p17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58" name="Google Shape;1241;p17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759" name="Google Shape;1242;p17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60" name="Google Shape;1243;p17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61" name="Google Shape;1244;p17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62" name="Google Shape;1245;p17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763" name="Google Shape;1246;p17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64" name="Google Shape;1247;p17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65" name="Google Shape;1248;p17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66" name="Google Shape;1249;p17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767" name="Google Shape;1250;p17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68" name="Google Shape;1251;p17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69" name="Google Shape;1252;p17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70" name="Google Shape;1253;p17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771" name="Google Shape;1254;p17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72" name="Google Shape;1255;p17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73" name="Google Shape;1256;p17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74" name="Google Shape;1257;p17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775" name="Google Shape;1258;p17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76" name="Google Shape;1259;p17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77" name="Google Shape;1260;p17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78" name="Google Shape;1261;p17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779" name="Google Shape;1262;p17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80" name="Google Shape;1263;p17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81" name="Google Shape;1264;p17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82" name="Google Shape;1265;p17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783" name="Google Shape;1266;p17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84" name="Google Shape;1267;p17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85" name="Google Shape;1268;p17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86" name="Google Shape;1269;p17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787" name="Google Shape;1270;p17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88" name="Google Shape;1271;p17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89" name="Google Shape;1272;p17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90" name="Google Shape;1273;p17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791" name="Google Shape;1274;p17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92" name="Google Shape;1275;p17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93" name="Google Shape;1276;p17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794" name="Google Shape;1277;p17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795" name="Google Shape;1278;p17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96" name="Google Shape;1279;p17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97" name="Google Shape;1280;p17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798" name="Google Shape;1281;p17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799" name="Google Shape;1283;p17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1800" name="Google Shape;1284;p17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01" name="Google Shape;1285;p17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2" name="Google Shape;1286;p17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3" name="Google Shape;1287;p17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8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8" name="Google Shape;1200;p17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809" name="Google Shape;1201;p17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810" name="Google Shape;1202;p17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11" name="Google Shape;1203;p17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12" name="Google Shape;1204;p17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13" name="Google Shape;1205;p17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814" name="Google Shape;1206;p17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15" name="Google Shape;1207;p17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16" name="Google Shape;1208;p17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17" name="Google Shape;1209;p17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818" name="Google Shape;1210;p17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19" name="Google Shape;1211;p17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20" name="Google Shape;1212;p17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21" name="Google Shape;1213;p17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822" name="Google Shape;1214;p17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23" name="Google Shape;1215;p17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24" name="Google Shape;1216;p17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25" name="Google Shape;1217;p17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826" name="Google Shape;1218;p17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27" name="Google Shape;1219;p17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28" name="Google Shape;1220;p17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29" name="Google Shape;1221;p17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830" name="Google Shape;1222;p17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31" name="Google Shape;1223;p17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32" name="Google Shape;1224;p17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33" name="Google Shape;1225;p17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834" name="Google Shape;1226;p17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35" name="Google Shape;1227;p17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36" name="Google Shape;1228;p17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37" name="Google Shape;1229;p17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838" name="Google Shape;1230;p17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39" name="Google Shape;1231;p17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40" name="Google Shape;1232;p17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41" name="Google Shape;1233;p17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842" name="Google Shape;1234;p17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43" name="Google Shape;1235;p17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44" name="Google Shape;1236;p17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45" name="Google Shape;1237;p17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846" name="Google Shape;1238;p17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47" name="Google Shape;1239;p17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48" name="Google Shape;1240;p17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49" name="Google Shape;1241;p17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850" name="Google Shape;1242;p17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51" name="Google Shape;1243;p17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52" name="Google Shape;1244;p17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53" name="Google Shape;1245;p17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854" name="Google Shape;1246;p17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55" name="Google Shape;1247;p17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56" name="Google Shape;1248;p17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57" name="Google Shape;1249;p17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858" name="Google Shape;1250;p17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59" name="Google Shape;1251;p17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60" name="Google Shape;1252;p17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61" name="Google Shape;1253;p17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862" name="Google Shape;1254;p17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63" name="Google Shape;1255;p17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64" name="Google Shape;1256;p17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65" name="Google Shape;1257;p17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866" name="Google Shape;1258;p17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67" name="Google Shape;1259;p17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68" name="Google Shape;1260;p17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69" name="Google Shape;1261;p17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870" name="Google Shape;1262;p17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71" name="Google Shape;1263;p17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72" name="Google Shape;1264;p17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73" name="Google Shape;1265;p17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874" name="Google Shape;1266;p17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75" name="Google Shape;1267;p17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76" name="Google Shape;1268;p17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77" name="Google Shape;1269;p17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878" name="Google Shape;1270;p17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79" name="Google Shape;1271;p17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80" name="Google Shape;1272;p17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81" name="Google Shape;1273;p17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882" name="Google Shape;1274;p17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83" name="Google Shape;1275;p17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84" name="Google Shape;1276;p17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885" name="Google Shape;1277;p17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886" name="Google Shape;1278;p17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87" name="Google Shape;1279;p17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88" name="Google Shape;1280;p17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889" name="Google Shape;1281;p17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890" name="Google Shape;1283;p17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1891" name="Google Shape;1284;p17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92" name="Google Shape;1285;p17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3" name="Google Shape;1286;p17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4" name="Google Shape;1287;p17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5" name="Google Shape;1289;p18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896" name="Google Shape;1290;p18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897" name="Google Shape;1291;p18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98" name="Google Shape;1292;p18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99" name="Google Shape;1293;p18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00" name="Google Shape;1294;p18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901" name="Google Shape;1295;p18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02" name="Google Shape;1296;p18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03" name="Google Shape;1297;p18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04" name="Google Shape;1298;p18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1905" name="Google Shape;1299;p18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06" name="Google Shape;1300;p18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07" name="Google Shape;1301;p18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08" name="Google Shape;1302;p18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1909" name="Google Shape;1303;p18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10" name="Google Shape;1304;p18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11" name="Google Shape;1305;p18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12" name="Google Shape;1306;p18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1913" name="Google Shape;1307;p18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14" name="Google Shape;1308;p18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15" name="Google Shape;1309;p18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16" name="Google Shape;1310;p18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1917" name="Google Shape;1311;p18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18" name="Google Shape;1312;p18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19" name="Google Shape;1313;p18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20" name="Google Shape;1314;p18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1921" name="Google Shape;1315;p18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22" name="Google Shape;1316;p18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23" name="Google Shape;1317;p18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24" name="Google Shape;1318;p18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1925" name="Google Shape;1319;p18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26" name="Google Shape;1320;p18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27" name="Google Shape;1321;p18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28" name="Google Shape;1322;p18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1929" name="Google Shape;1323;p18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30" name="Google Shape;1324;p18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31" name="Google Shape;1325;p18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32" name="Google Shape;1326;p18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1933" name="Google Shape;1327;p18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34" name="Google Shape;1328;p18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35" name="Google Shape;1329;p18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36" name="Google Shape;1330;p18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1937" name="Google Shape;1331;p18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38" name="Google Shape;1332;p18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39" name="Google Shape;1333;p18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40" name="Google Shape;1334;p18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1941" name="Google Shape;1335;p18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42" name="Google Shape;1336;p18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43" name="Google Shape;1337;p18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44" name="Google Shape;1338;p18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1945" name="Google Shape;1339;p18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46" name="Google Shape;1340;p18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47" name="Google Shape;1341;p18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48" name="Google Shape;1342;p18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1949" name="Google Shape;1343;p18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50" name="Google Shape;1344;p18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51" name="Google Shape;1345;p18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52" name="Google Shape;1346;p18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1953" name="Google Shape;1347;p18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54" name="Google Shape;1348;p18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55" name="Google Shape;1349;p18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56" name="Google Shape;1350;p18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1957" name="Google Shape;1351;p18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58" name="Google Shape;1352;p18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59" name="Google Shape;1353;p18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60" name="Google Shape;1354;p18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1961" name="Google Shape;1355;p18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62" name="Google Shape;1356;p18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63" name="Google Shape;1357;p18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64" name="Google Shape;1358;p18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1965" name="Google Shape;1359;p18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66" name="Google Shape;1360;p18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67" name="Google Shape;1361;p18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68" name="Google Shape;1362;p18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1969" name="Google Shape;1363;p18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70" name="Google Shape;1364;p18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71" name="Google Shape;1365;p18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72" name="Google Shape;1366;p18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1973" name="Google Shape;1367;p18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74" name="Google Shape;1368;p18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75" name="Google Shape;1369;p18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976" name="Google Shape;1370;p18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977" name="Google Shape;1371;p18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1978" name="Google Shape;1372;p18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9" name="Google Shape;1373;p18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0" name="Google Shape;1374;p18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1" name="Google Shape;1375;p18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2" name="Google Shape;1376;p18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3" name="Google Shape;1377;p18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4" name="Google Shape;1378;p18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5" name="Google Shape;1379;p18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9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0" name="Google Shape;1384;p19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1991" name="Google Shape;1385;p19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1992" name="Google Shape;1386;p19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93" name="Google Shape;1387;p19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94" name="Google Shape;1388;p19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95" name="Google Shape;1389;p19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1996" name="Google Shape;1390;p19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97" name="Google Shape;1391;p19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98" name="Google Shape;1392;p19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999" name="Google Shape;1393;p19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000" name="Google Shape;1394;p19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01" name="Google Shape;1395;p19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02" name="Google Shape;1396;p19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03" name="Google Shape;1397;p19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004" name="Google Shape;1398;p19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05" name="Google Shape;1399;p19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06" name="Google Shape;1400;p19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07" name="Google Shape;1401;p19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008" name="Google Shape;1402;p19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09" name="Google Shape;1403;p19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10" name="Google Shape;1404;p19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11" name="Google Shape;1405;p19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012" name="Google Shape;1406;p19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13" name="Google Shape;1407;p19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14" name="Google Shape;1408;p19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15" name="Google Shape;1409;p19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016" name="Google Shape;1410;p19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17" name="Google Shape;1411;p19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18" name="Google Shape;1412;p19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19" name="Google Shape;1413;p19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020" name="Google Shape;1414;p19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21" name="Google Shape;1415;p19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22" name="Google Shape;1416;p19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23" name="Google Shape;1417;p19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024" name="Google Shape;1418;p19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25" name="Google Shape;1419;p19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26" name="Google Shape;1420;p19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27" name="Google Shape;1421;p19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028" name="Google Shape;1422;p19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29" name="Google Shape;1423;p19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30" name="Google Shape;1424;p19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31" name="Google Shape;1425;p19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032" name="Google Shape;1426;p19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33" name="Google Shape;1427;p19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34" name="Google Shape;1428;p19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35" name="Google Shape;1429;p19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036" name="Google Shape;1430;p19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37" name="Google Shape;1431;p19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38" name="Google Shape;1432;p19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39" name="Google Shape;1433;p19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040" name="Google Shape;1434;p19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41" name="Google Shape;1435;p19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42" name="Google Shape;1436;p19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43" name="Google Shape;1437;p19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044" name="Google Shape;1438;p19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45" name="Google Shape;1439;p19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46" name="Google Shape;1440;p19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47" name="Google Shape;1441;p19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048" name="Google Shape;1442;p19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49" name="Google Shape;1443;p19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50" name="Google Shape;1444;p19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51" name="Google Shape;1445;p19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052" name="Google Shape;1446;p19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53" name="Google Shape;1447;p19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54" name="Google Shape;1448;p19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55" name="Google Shape;1449;p19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056" name="Google Shape;1450;p19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57" name="Google Shape;1451;p19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58" name="Google Shape;1452;p19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59" name="Google Shape;1453;p19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060" name="Google Shape;1454;p19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61" name="Google Shape;1455;p19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62" name="Google Shape;1456;p19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63" name="Google Shape;1457;p19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064" name="Google Shape;1458;p19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65" name="Google Shape;1459;p19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66" name="Google Shape;1460;p19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67" name="Google Shape;1461;p19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068" name="Google Shape;1462;p19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69" name="Google Shape;1463;p19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70" name="Google Shape;1464;p19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2071" name="Google Shape;1465;p19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072" name="Google Shape;1466;p19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2073" name="Google Shape;1467;p19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4" name="Google Shape;1468;p19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5" name="Google Shape;1469;p19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6" name="Google Shape;1470;p19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7" name="Google Shape;1471;p19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8" name="Google Shape;1472;p19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9" name="Google Shape;1473;p19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0" name="Google Shape;1474;p19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0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1384;p19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2086" name="Google Shape;1385;p19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087" name="Google Shape;1386;p19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88" name="Google Shape;1387;p19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89" name="Google Shape;1388;p19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90" name="Google Shape;1389;p19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2091" name="Google Shape;1390;p19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92" name="Google Shape;1391;p19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93" name="Google Shape;1392;p19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94" name="Google Shape;1393;p19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095" name="Google Shape;1394;p19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96" name="Google Shape;1395;p19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97" name="Google Shape;1396;p19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098" name="Google Shape;1397;p19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099" name="Google Shape;1398;p19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00" name="Google Shape;1399;p19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01" name="Google Shape;1400;p19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02" name="Google Shape;1401;p19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103" name="Google Shape;1402;p19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04" name="Google Shape;1403;p19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05" name="Google Shape;1404;p19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06" name="Google Shape;1405;p19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107" name="Google Shape;1406;p19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08" name="Google Shape;1407;p19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09" name="Google Shape;1408;p19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10" name="Google Shape;1409;p19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111" name="Google Shape;1410;p19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12" name="Google Shape;1411;p19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13" name="Google Shape;1412;p19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14" name="Google Shape;1413;p19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115" name="Google Shape;1414;p19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16" name="Google Shape;1415;p19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17" name="Google Shape;1416;p19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18" name="Google Shape;1417;p19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119" name="Google Shape;1418;p19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20" name="Google Shape;1419;p19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21" name="Google Shape;1420;p19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22" name="Google Shape;1421;p19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123" name="Google Shape;1422;p19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24" name="Google Shape;1423;p19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25" name="Google Shape;1424;p19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26" name="Google Shape;1425;p19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127" name="Google Shape;1426;p19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28" name="Google Shape;1427;p19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29" name="Google Shape;1428;p19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30" name="Google Shape;1429;p19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131" name="Google Shape;1430;p19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32" name="Google Shape;1431;p19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33" name="Google Shape;1432;p19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34" name="Google Shape;1433;p19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135" name="Google Shape;1434;p19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36" name="Google Shape;1435;p19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37" name="Google Shape;1436;p19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38" name="Google Shape;1437;p19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139" name="Google Shape;1438;p19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40" name="Google Shape;1439;p19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41" name="Google Shape;1440;p19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42" name="Google Shape;1441;p19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143" name="Google Shape;1442;p19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44" name="Google Shape;1443;p19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45" name="Google Shape;1444;p19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46" name="Google Shape;1445;p19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147" name="Google Shape;1446;p19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48" name="Google Shape;1447;p19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49" name="Google Shape;1448;p19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50" name="Google Shape;1449;p19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151" name="Google Shape;1450;p19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52" name="Google Shape;1451;p19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53" name="Google Shape;1452;p19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54" name="Google Shape;1453;p19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155" name="Google Shape;1454;p19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56" name="Google Shape;1455;p19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57" name="Google Shape;1456;p19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58" name="Google Shape;1457;p19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159" name="Google Shape;1458;p19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60" name="Google Shape;1459;p19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61" name="Google Shape;1460;p19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62" name="Google Shape;1461;p19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163" name="Google Shape;1462;p19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64" name="Google Shape;1463;p19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65" name="Google Shape;1464;p19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2166" name="Google Shape;1465;p19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167" name="Google Shape;1466;p19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2168" name="Google Shape;1467;p19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9" name="Google Shape;1468;p19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0" name="Google Shape;1469;p19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1" name="Google Shape;1470;p19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2" name="Google Shape;1471;p19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3" name="Google Shape;1472;p19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4" name="Google Shape;1473;p19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5" name="Google Shape;1474;p19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0" name="Google Shape;1384;p19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2181" name="Google Shape;1385;p19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182" name="Google Shape;1386;p19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83" name="Google Shape;1387;p19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84" name="Google Shape;1388;p19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85" name="Google Shape;1389;p19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2186" name="Google Shape;1390;p19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87" name="Google Shape;1391;p19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88" name="Google Shape;1392;p19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89" name="Google Shape;1393;p19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190" name="Google Shape;1394;p19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91" name="Google Shape;1395;p19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92" name="Google Shape;1396;p19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93" name="Google Shape;1397;p19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194" name="Google Shape;1398;p19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95" name="Google Shape;1399;p19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96" name="Google Shape;1400;p19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197" name="Google Shape;1401;p19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198" name="Google Shape;1402;p19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99" name="Google Shape;1403;p19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00" name="Google Shape;1404;p19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01" name="Google Shape;1405;p19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202" name="Google Shape;1406;p19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03" name="Google Shape;1407;p19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04" name="Google Shape;1408;p19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05" name="Google Shape;1409;p19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206" name="Google Shape;1410;p19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07" name="Google Shape;1411;p19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08" name="Google Shape;1412;p19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09" name="Google Shape;1413;p19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210" name="Google Shape;1414;p19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11" name="Google Shape;1415;p19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12" name="Google Shape;1416;p19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13" name="Google Shape;1417;p19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214" name="Google Shape;1418;p19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15" name="Google Shape;1419;p19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16" name="Google Shape;1420;p19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17" name="Google Shape;1421;p19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218" name="Google Shape;1422;p19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19" name="Google Shape;1423;p19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20" name="Google Shape;1424;p19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21" name="Google Shape;1425;p19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222" name="Google Shape;1426;p19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23" name="Google Shape;1427;p19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24" name="Google Shape;1428;p19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25" name="Google Shape;1429;p19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226" name="Google Shape;1430;p19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27" name="Google Shape;1431;p19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28" name="Google Shape;1432;p19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29" name="Google Shape;1433;p19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230" name="Google Shape;1434;p19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31" name="Google Shape;1435;p19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32" name="Google Shape;1436;p19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33" name="Google Shape;1437;p19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234" name="Google Shape;1438;p19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35" name="Google Shape;1439;p19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36" name="Google Shape;1440;p19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37" name="Google Shape;1441;p19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238" name="Google Shape;1442;p19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39" name="Google Shape;1443;p19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40" name="Google Shape;1444;p19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41" name="Google Shape;1445;p19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242" name="Google Shape;1446;p19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43" name="Google Shape;1447;p19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44" name="Google Shape;1448;p19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45" name="Google Shape;1449;p19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246" name="Google Shape;1450;p19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47" name="Google Shape;1451;p19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48" name="Google Shape;1452;p19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49" name="Google Shape;1453;p19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250" name="Google Shape;1454;p19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51" name="Google Shape;1455;p19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52" name="Google Shape;1456;p19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53" name="Google Shape;1457;p19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254" name="Google Shape;1458;p19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55" name="Google Shape;1459;p19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56" name="Google Shape;1460;p19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57" name="Google Shape;1461;p19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258" name="Google Shape;1462;p19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59" name="Google Shape;1463;p19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60" name="Google Shape;1464;p19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2261" name="Google Shape;1465;p19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262" name="Google Shape;1466;p19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2263" name="Google Shape;1467;p19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4" name="Google Shape;1468;p19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5" name="Google Shape;1469;p19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6" name="Google Shape;1470;p19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7" name="Google Shape;1471;p19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8" name="Google Shape;1472;p19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9" name="Google Shape;1473;p19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70" name="Google Shape;1474;p19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1" name="Google Shape;1478;p20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2272" name="Google Shape;1479;p20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273" name="Google Shape;1480;p20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74" name="Google Shape;1481;p20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75" name="Google Shape;1482;p20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76" name="Google Shape;1483;p20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2277" name="Google Shape;1484;p20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78" name="Google Shape;1485;p20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79" name="Google Shape;1486;p20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80" name="Google Shape;1487;p20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281" name="Google Shape;1488;p20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82" name="Google Shape;1489;p20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83" name="Google Shape;1490;p20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84" name="Google Shape;1491;p20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285" name="Google Shape;1492;p20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86" name="Google Shape;1493;p20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87" name="Google Shape;1494;p20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88" name="Google Shape;1495;p20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289" name="Google Shape;1496;p20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90" name="Google Shape;1497;p20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91" name="Google Shape;1498;p20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92" name="Google Shape;1499;p20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293" name="Google Shape;1500;p20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94" name="Google Shape;1501;p20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95" name="Google Shape;1502;p20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296" name="Google Shape;1503;p20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297" name="Google Shape;1504;p20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98" name="Google Shape;1505;p20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99" name="Google Shape;1506;p20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00" name="Google Shape;1507;p20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301" name="Google Shape;1508;p20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02" name="Google Shape;1509;p20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03" name="Google Shape;1510;p20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04" name="Google Shape;1511;p20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305" name="Google Shape;1512;p20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06" name="Google Shape;1513;p20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07" name="Google Shape;1514;p20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08" name="Google Shape;1515;p20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309" name="Google Shape;1516;p20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10" name="Google Shape;1517;p20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11" name="Google Shape;1518;p20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12" name="Google Shape;1519;p20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313" name="Google Shape;1520;p20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14" name="Google Shape;1521;p20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15" name="Google Shape;1522;p20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16" name="Google Shape;1523;p20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317" name="Google Shape;1524;p20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18" name="Google Shape;1525;p20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19" name="Google Shape;1526;p20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20" name="Google Shape;1527;p20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321" name="Google Shape;1528;p20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22" name="Google Shape;1529;p20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23" name="Google Shape;1530;p20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24" name="Google Shape;1531;p20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325" name="Google Shape;1532;p20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26" name="Google Shape;1533;p20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27" name="Google Shape;1534;p20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28" name="Google Shape;1535;p20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329" name="Google Shape;1536;p20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30" name="Google Shape;1537;p20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31" name="Google Shape;1538;p20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32" name="Google Shape;1539;p20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333" name="Google Shape;1540;p20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34" name="Google Shape;1541;p20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35" name="Google Shape;1542;p20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36" name="Google Shape;1543;p20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337" name="Google Shape;1544;p20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38" name="Google Shape;1545;p20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39" name="Google Shape;1546;p20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40" name="Google Shape;1547;p20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341" name="Google Shape;1548;p20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42" name="Google Shape;1549;p20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43" name="Google Shape;1550;p20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44" name="Google Shape;1551;p20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345" name="Google Shape;1552;p20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46" name="Google Shape;1553;p20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47" name="Google Shape;1554;p20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48" name="Google Shape;1555;p20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349" name="Google Shape;1556;p20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50" name="Google Shape;1557;p20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51" name="Google Shape;1558;p20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2352" name="Google Shape;1559;p20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353" name="Google Shape;1560;p20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2354" name="Google Shape;1561;p20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55" name="Google Shape;1562;p20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356" name="Google Shape;1563;p20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357" name="Google Shape;1564;p20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3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2" name="Google Shape;1478;p20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2363" name="Google Shape;1479;p20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364" name="Google Shape;1480;p20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65" name="Google Shape;1481;p20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66" name="Google Shape;1482;p20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67" name="Google Shape;1483;p20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2368" name="Google Shape;1484;p20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69" name="Google Shape;1485;p20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70" name="Google Shape;1486;p20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71" name="Google Shape;1487;p20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372" name="Google Shape;1488;p20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73" name="Google Shape;1489;p20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74" name="Google Shape;1490;p20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75" name="Google Shape;1491;p20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376" name="Google Shape;1492;p20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77" name="Google Shape;1493;p20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78" name="Google Shape;1494;p20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79" name="Google Shape;1495;p20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380" name="Google Shape;1496;p20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81" name="Google Shape;1497;p20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82" name="Google Shape;1498;p20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83" name="Google Shape;1499;p20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384" name="Google Shape;1500;p20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85" name="Google Shape;1501;p20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86" name="Google Shape;1502;p20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87" name="Google Shape;1503;p20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388" name="Google Shape;1504;p20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89" name="Google Shape;1505;p20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90" name="Google Shape;1506;p20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91" name="Google Shape;1507;p20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392" name="Google Shape;1508;p20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93" name="Google Shape;1509;p20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94" name="Google Shape;1510;p20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95" name="Google Shape;1511;p20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396" name="Google Shape;1512;p20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97" name="Google Shape;1513;p20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98" name="Google Shape;1514;p20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399" name="Google Shape;1515;p20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400" name="Google Shape;1516;p20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01" name="Google Shape;1517;p20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02" name="Google Shape;1518;p20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03" name="Google Shape;1519;p20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404" name="Google Shape;1520;p20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05" name="Google Shape;1521;p20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06" name="Google Shape;1522;p20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07" name="Google Shape;1523;p20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408" name="Google Shape;1524;p20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09" name="Google Shape;1525;p20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10" name="Google Shape;1526;p20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11" name="Google Shape;1527;p20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412" name="Google Shape;1528;p20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13" name="Google Shape;1529;p20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14" name="Google Shape;1530;p20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15" name="Google Shape;1531;p20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416" name="Google Shape;1532;p20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17" name="Google Shape;1533;p20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18" name="Google Shape;1534;p20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19" name="Google Shape;1535;p20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420" name="Google Shape;1536;p20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21" name="Google Shape;1537;p20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22" name="Google Shape;1538;p20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23" name="Google Shape;1539;p20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424" name="Google Shape;1540;p20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25" name="Google Shape;1541;p20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26" name="Google Shape;1542;p20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27" name="Google Shape;1543;p20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428" name="Google Shape;1544;p20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29" name="Google Shape;1545;p20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30" name="Google Shape;1546;p20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31" name="Google Shape;1547;p20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432" name="Google Shape;1548;p20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33" name="Google Shape;1549;p20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34" name="Google Shape;1550;p20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35" name="Google Shape;1551;p20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436" name="Google Shape;1552;p20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37" name="Google Shape;1553;p20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38" name="Google Shape;1554;p20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39" name="Google Shape;1555;p20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440" name="Google Shape;1556;p20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41" name="Google Shape;1557;p20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42" name="Google Shape;1558;p20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2443" name="Google Shape;1559;p20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444" name="Google Shape;1560;p20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2445" name="Google Shape;1561;p20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46" name="Google Shape;1562;p20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447" name="Google Shape;1563;p20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448" name="Google Shape;1564;p20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4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3" name="Google Shape;1478;p20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2454" name="Google Shape;1479;p20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455" name="Google Shape;1480;p20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56" name="Google Shape;1481;p20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57" name="Google Shape;1482;p20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58" name="Google Shape;1483;p20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2459" name="Google Shape;1484;p20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60" name="Google Shape;1485;p20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61" name="Google Shape;1486;p20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62" name="Google Shape;1487;p20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463" name="Google Shape;1488;p20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64" name="Google Shape;1489;p20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65" name="Google Shape;1490;p20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66" name="Google Shape;1491;p20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467" name="Google Shape;1492;p20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68" name="Google Shape;1493;p20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69" name="Google Shape;1494;p20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70" name="Google Shape;1495;p20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471" name="Google Shape;1496;p20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72" name="Google Shape;1497;p20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73" name="Google Shape;1498;p20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74" name="Google Shape;1499;p20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475" name="Google Shape;1500;p20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76" name="Google Shape;1501;p20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77" name="Google Shape;1502;p20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78" name="Google Shape;1503;p20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479" name="Google Shape;1504;p20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80" name="Google Shape;1505;p20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81" name="Google Shape;1506;p20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82" name="Google Shape;1507;p20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483" name="Google Shape;1508;p20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84" name="Google Shape;1509;p20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85" name="Google Shape;1510;p20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86" name="Google Shape;1511;p20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487" name="Google Shape;1512;p20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88" name="Google Shape;1513;p20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89" name="Google Shape;1514;p20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90" name="Google Shape;1515;p20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491" name="Google Shape;1516;p20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92" name="Google Shape;1517;p20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93" name="Google Shape;1518;p20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94" name="Google Shape;1519;p20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495" name="Google Shape;1520;p20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96" name="Google Shape;1521;p20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97" name="Google Shape;1522;p20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498" name="Google Shape;1523;p20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499" name="Google Shape;1524;p20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00" name="Google Shape;1525;p20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01" name="Google Shape;1526;p20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02" name="Google Shape;1527;p20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503" name="Google Shape;1528;p20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04" name="Google Shape;1529;p20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05" name="Google Shape;1530;p20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06" name="Google Shape;1531;p20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507" name="Google Shape;1532;p20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08" name="Google Shape;1533;p20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09" name="Google Shape;1534;p20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10" name="Google Shape;1535;p20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511" name="Google Shape;1536;p20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12" name="Google Shape;1537;p20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13" name="Google Shape;1538;p20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14" name="Google Shape;1539;p20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515" name="Google Shape;1540;p20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16" name="Google Shape;1541;p20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17" name="Google Shape;1542;p20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18" name="Google Shape;1543;p20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519" name="Google Shape;1544;p20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20" name="Google Shape;1545;p20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21" name="Google Shape;1546;p20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22" name="Google Shape;1547;p20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523" name="Google Shape;1548;p20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24" name="Google Shape;1549;p20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25" name="Google Shape;1550;p20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26" name="Google Shape;1551;p20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527" name="Google Shape;1552;p20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28" name="Google Shape;1553;p20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29" name="Google Shape;1554;p20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30" name="Google Shape;1555;p20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531" name="Google Shape;1556;p20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32" name="Google Shape;1557;p20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33" name="Google Shape;1558;p20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2534" name="Google Shape;1559;p20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535" name="Google Shape;1560;p20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2536" name="Google Shape;1561;p20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37" name="Google Shape;1562;p20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538" name="Google Shape;1563;p20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539" name="Google Shape;1564;p20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0" name="Google Shape;94;p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2541" name="Google Shape;95;p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542" name="Google Shape;96;p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43" name="Google Shape;97;p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44" name="Google Shape;98;p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45" name="Google Shape;99;p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2546" name="Google Shape;100;p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47" name="Google Shape;101;p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48" name="Google Shape;102;p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49" name="Google Shape;103;p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550" name="Google Shape;104;p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51" name="Google Shape;105;p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52" name="Google Shape;106;p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53" name="Google Shape;107;p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554" name="Google Shape;108;p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55" name="Google Shape;109;p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56" name="Google Shape;110;p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57" name="Google Shape;111;p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558" name="Google Shape;112;p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59" name="Google Shape;113;p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60" name="Google Shape;114;p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61" name="Google Shape;115;p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562" name="Google Shape;116;p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63" name="Google Shape;117;p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64" name="Google Shape;118;p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65" name="Google Shape;119;p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566" name="Google Shape;120;p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67" name="Google Shape;121;p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68" name="Google Shape;122;p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69" name="Google Shape;123;p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570" name="Google Shape;124;p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71" name="Google Shape;125;p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72" name="Google Shape;126;p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73" name="Google Shape;127;p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574" name="Google Shape;128;p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75" name="Google Shape;129;p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76" name="Google Shape;130;p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77" name="Google Shape;131;p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578" name="Google Shape;132;p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79" name="Google Shape;133;p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80" name="Google Shape;134;p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81" name="Google Shape;135;p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582" name="Google Shape;136;p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83" name="Google Shape;137;p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84" name="Google Shape;138;p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85" name="Google Shape;139;p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586" name="Google Shape;140;p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87" name="Google Shape;141;p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88" name="Google Shape;142;p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89" name="Google Shape;143;p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590" name="Google Shape;144;p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91" name="Google Shape;145;p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92" name="Google Shape;146;p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93" name="Google Shape;147;p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594" name="Google Shape;148;p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95" name="Google Shape;149;p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96" name="Google Shape;150;p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597" name="Google Shape;151;p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598" name="Google Shape;152;p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99" name="Google Shape;153;p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00" name="Google Shape;154;p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01" name="Google Shape;155;p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602" name="Google Shape;156;p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03" name="Google Shape;157;p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04" name="Google Shape;158;p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05" name="Google Shape;159;p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606" name="Google Shape;160;p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07" name="Google Shape;161;p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08" name="Google Shape;162;p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09" name="Google Shape;163;p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610" name="Google Shape;164;p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11" name="Google Shape;165;p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12" name="Google Shape;166;p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13" name="Google Shape;167;p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614" name="Google Shape;168;p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15" name="Google Shape;169;p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16" name="Google Shape;170;p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17" name="Google Shape;171;p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618" name="Google Shape;172;p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19" name="Google Shape;173;p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20" name="Google Shape;174;p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2621" name="Google Shape;175;p3" descr=""/>
          <p:cNvPicPr/>
          <p:nvPr/>
        </p:nvPicPr>
        <p:blipFill>
          <a:blip r:embed="rId2"/>
          <a:srcRect l="-9019" t="0" r="9019" b="11855"/>
          <a:stretch/>
        </p:blipFill>
        <p:spPr>
          <a:xfrm rot="16200000">
            <a:off x="5496120" y="1510920"/>
            <a:ext cx="5160600" cy="2128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2622" name="Google Shape;176;p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623" name="Google Shape;177;p3"/>
          <p:cNvGrpSpPr/>
          <p:nvPr/>
        </p:nvGrpSpPr>
        <p:grpSpPr>
          <a:xfrm>
            <a:off x="-868320" y="-1018080"/>
            <a:ext cx="3806640" cy="2251800"/>
            <a:chOff x="-868320" y="-1018080"/>
            <a:chExt cx="3806640" cy="2251800"/>
          </a:xfrm>
        </p:grpSpPr>
        <p:sp>
          <p:nvSpPr>
            <p:cNvPr id="2624" name="Google Shape;178;p3"/>
            <p:cNvSpPr/>
            <p:nvPr/>
          </p:nvSpPr>
          <p:spPr>
            <a:xfrm>
              <a:off x="-868320" y="-101808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25" name="Google Shape;179;p3"/>
            <p:cNvSpPr/>
            <p:nvPr/>
          </p:nvSpPr>
          <p:spPr>
            <a:xfrm>
              <a:off x="-125280" y="672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26" name="Google Shape;180;p3"/>
            <p:cNvSpPr/>
            <p:nvPr/>
          </p:nvSpPr>
          <p:spPr>
            <a:xfrm>
              <a:off x="860400" y="405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27" name="Google Shape;181;p3"/>
            <p:cNvSpPr/>
            <p:nvPr/>
          </p:nvSpPr>
          <p:spPr>
            <a:xfrm>
              <a:off x="1846440" y="-1227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28" name="Google Shape;182;p3"/>
            <p:cNvSpPr/>
            <p:nvPr/>
          </p:nvSpPr>
          <p:spPr>
            <a:xfrm rot="18900000">
              <a:off x="2549520" y="-4435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29" name="Google Shape;183;p3"/>
            <p:cNvSpPr/>
            <p:nvPr/>
          </p:nvSpPr>
          <p:spPr>
            <a:xfrm rot="18900000">
              <a:off x="1359000" y="-1148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30" name="Google Shape;184;p3"/>
            <p:cNvSpPr/>
            <p:nvPr/>
          </p:nvSpPr>
          <p:spPr>
            <a:xfrm rot="18900000">
              <a:off x="506520" y="2372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31" name="Google Shape;185;p3"/>
            <p:cNvSpPr/>
            <p:nvPr/>
          </p:nvSpPr>
          <p:spPr>
            <a:xfrm rot="18900000">
              <a:off x="-399960" y="6181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6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6" name="Google Shape;94;p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2637" name="Google Shape;95;p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638" name="Google Shape;96;p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39" name="Google Shape;97;p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40" name="Google Shape;98;p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41" name="Google Shape;99;p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2642" name="Google Shape;100;p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43" name="Google Shape;101;p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44" name="Google Shape;102;p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45" name="Google Shape;103;p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646" name="Google Shape;104;p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47" name="Google Shape;105;p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48" name="Google Shape;106;p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49" name="Google Shape;107;p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650" name="Google Shape;108;p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51" name="Google Shape;109;p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52" name="Google Shape;110;p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53" name="Google Shape;111;p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654" name="Google Shape;112;p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55" name="Google Shape;113;p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56" name="Google Shape;114;p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57" name="Google Shape;115;p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658" name="Google Shape;116;p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59" name="Google Shape;117;p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60" name="Google Shape;118;p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61" name="Google Shape;119;p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662" name="Google Shape;120;p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63" name="Google Shape;121;p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64" name="Google Shape;122;p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65" name="Google Shape;123;p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666" name="Google Shape;124;p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67" name="Google Shape;125;p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68" name="Google Shape;126;p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69" name="Google Shape;127;p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670" name="Google Shape;128;p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71" name="Google Shape;129;p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72" name="Google Shape;130;p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73" name="Google Shape;131;p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674" name="Google Shape;132;p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75" name="Google Shape;133;p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76" name="Google Shape;134;p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77" name="Google Shape;135;p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678" name="Google Shape;136;p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79" name="Google Shape;137;p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80" name="Google Shape;138;p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81" name="Google Shape;139;p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682" name="Google Shape;140;p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83" name="Google Shape;141;p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84" name="Google Shape;142;p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85" name="Google Shape;143;p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686" name="Google Shape;144;p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87" name="Google Shape;145;p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88" name="Google Shape;146;p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89" name="Google Shape;147;p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690" name="Google Shape;148;p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91" name="Google Shape;149;p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92" name="Google Shape;150;p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93" name="Google Shape;151;p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694" name="Google Shape;152;p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95" name="Google Shape;153;p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96" name="Google Shape;154;p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697" name="Google Shape;155;p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698" name="Google Shape;156;p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99" name="Google Shape;157;p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00" name="Google Shape;158;p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01" name="Google Shape;159;p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702" name="Google Shape;160;p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03" name="Google Shape;161;p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04" name="Google Shape;162;p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05" name="Google Shape;163;p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706" name="Google Shape;164;p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07" name="Google Shape;165;p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08" name="Google Shape;166;p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09" name="Google Shape;167;p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710" name="Google Shape;168;p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11" name="Google Shape;169;p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12" name="Google Shape;170;p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13" name="Google Shape;171;p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714" name="Google Shape;172;p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15" name="Google Shape;173;p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16" name="Google Shape;174;p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2717" name="Google Shape;175;p3" descr=""/>
          <p:cNvPicPr/>
          <p:nvPr/>
        </p:nvPicPr>
        <p:blipFill>
          <a:blip r:embed="rId2"/>
          <a:srcRect l="-9019" t="0" r="9019" b="11855"/>
          <a:stretch/>
        </p:blipFill>
        <p:spPr>
          <a:xfrm rot="16200000">
            <a:off x="5496120" y="1510920"/>
            <a:ext cx="5160600" cy="2128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2718" name="Google Shape;176;p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719" name="Google Shape;177;p3"/>
          <p:cNvGrpSpPr/>
          <p:nvPr/>
        </p:nvGrpSpPr>
        <p:grpSpPr>
          <a:xfrm>
            <a:off x="-868320" y="-1018080"/>
            <a:ext cx="3806640" cy="2251800"/>
            <a:chOff x="-868320" y="-1018080"/>
            <a:chExt cx="3806640" cy="2251800"/>
          </a:xfrm>
        </p:grpSpPr>
        <p:sp>
          <p:nvSpPr>
            <p:cNvPr id="2720" name="Google Shape;178;p3"/>
            <p:cNvSpPr/>
            <p:nvPr/>
          </p:nvSpPr>
          <p:spPr>
            <a:xfrm>
              <a:off x="-868320" y="-101808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21" name="Google Shape;179;p3"/>
            <p:cNvSpPr/>
            <p:nvPr/>
          </p:nvSpPr>
          <p:spPr>
            <a:xfrm>
              <a:off x="-125280" y="672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22" name="Google Shape;180;p3"/>
            <p:cNvSpPr/>
            <p:nvPr/>
          </p:nvSpPr>
          <p:spPr>
            <a:xfrm>
              <a:off x="860400" y="405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23" name="Google Shape;181;p3"/>
            <p:cNvSpPr/>
            <p:nvPr/>
          </p:nvSpPr>
          <p:spPr>
            <a:xfrm>
              <a:off x="1846440" y="-1227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24" name="Google Shape;182;p3"/>
            <p:cNvSpPr/>
            <p:nvPr/>
          </p:nvSpPr>
          <p:spPr>
            <a:xfrm rot="18900000">
              <a:off x="2549520" y="-4435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25" name="Google Shape;183;p3"/>
            <p:cNvSpPr/>
            <p:nvPr/>
          </p:nvSpPr>
          <p:spPr>
            <a:xfrm rot="18900000">
              <a:off x="1359000" y="-1148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26" name="Google Shape;184;p3"/>
            <p:cNvSpPr/>
            <p:nvPr/>
          </p:nvSpPr>
          <p:spPr>
            <a:xfrm rot="18900000">
              <a:off x="506520" y="2372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27" name="Google Shape;185;p3"/>
            <p:cNvSpPr/>
            <p:nvPr/>
          </p:nvSpPr>
          <p:spPr>
            <a:xfrm rot="18900000">
              <a:off x="-399960" y="6181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7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2" name="Google Shape;94;p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2733" name="Google Shape;95;p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734" name="Google Shape;96;p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35" name="Google Shape;97;p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36" name="Google Shape;98;p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37" name="Google Shape;99;p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2738" name="Google Shape;100;p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39" name="Google Shape;101;p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40" name="Google Shape;102;p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41" name="Google Shape;103;p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742" name="Google Shape;104;p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43" name="Google Shape;105;p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44" name="Google Shape;106;p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45" name="Google Shape;107;p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746" name="Google Shape;108;p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47" name="Google Shape;109;p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48" name="Google Shape;110;p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49" name="Google Shape;111;p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750" name="Google Shape;112;p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51" name="Google Shape;113;p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52" name="Google Shape;114;p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53" name="Google Shape;115;p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754" name="Google Shape;116;p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55" name="Google Shape;117;p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56" name="Google Shape;118;p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57" name="Google Shape;119;p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758" name="Google Shape;120;p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59" name="Google Shape;121;p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60" name="Google Shape;122;p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61" name="Google Shape;123;p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762" name="Google Shape;124;p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63" name="Google Shape;125;p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64" name="Google Shape;126;p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65" name="Google Shape;127;p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766" name="Google Shape;128;p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67" name="Google Shape;129;p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68" name="Google Shape;130;p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69" name="Google Shape;131;p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770" name="Google Shape;132;p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71" name="Google Shape;133;p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72" name="Google Shape;134;p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73" name="Google Shape;135;p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774" name="Google Shape;136;p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75" name="Google Shape;137;p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76" name="Google Shape;138;p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77" name="Google Shape;139;p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778" name="Google Shape;140;p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79" name="Google Shape;141;p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80" name="Google Shape;142;p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81" name="Google Shape;143;p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782" name="Google Shape;144;p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83" name="Google Shape;145;p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84" name="Google Shape;146;p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85" name="Google Shape;147;p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786" name="Google Shape;148;p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87" name="Google Shape;149;p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88" name="Google Shape;150;p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89" name="Google Shape;151;p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790" name="Google Shape;152;p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91" name="Google Shape;153;p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92" name="Google Shape;154;p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93" name="Google Shape;155;p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794" name="Google Shape;156;p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95" name="Google Shape;157;p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96" name="Google Shape;158;p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797" name="Google Shape;159;p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798" name="Google Shape;160;p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99" name="Google Shape;161;p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00" name="Google Shape;162;p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01" name="Google Shape;163;p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802" name="Google Shape;164;p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03" name="Google Shape;165;p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04" name="Google Shape;166;p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05" name="Google Shape;167;p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806" name="Google Shape;168;p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07" name="Google Shape;169;p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08" name="Google Shape;170;p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09" name="Google Shape;171;p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810" name="Google Shape;172;p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11" name="Google Shape;173;p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12" name="Google Shape;174;p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2813" name="Google Shape;175;p3" descr=""/>
          <p:cNvPicPr/>
          <p:nvPr/>
        </p:nvPicPr>
        <p:blipFill>
          <a:blip r:embed="rId2"/>
          <a:srcRect l="-9019" t="0" r="9019" b="11855"/>
          <a:stretch/>
        </p:blipFill>
        <p:spPr>
          <a:xfrm rot="16200000">
            <a:off x="5496120" y="1510920"/>
            <a:ext cx="5160600" cy="2128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2814" name="Google Shape;176;p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815" name="Google Shape;177;p3"/>
          <p:cNvGrpSpPr/>
          <p:nvPr/>
        </p:nvGrpSpPr>
        <p:grpSpPr>
          <a:xfrm>
            <a:off x="-868320" y="-1018080"/>
            <a:ext cx="3806640" cy="2251800"/>
            <a:chOff x="-868320" y="-1018080"/>
            <a:chExt cx="3806640" cy="2251800"/>
          </a:xfrm>
        </p:grpSpPr>
        <p:sp>
          <p:nvSpPr>
            <p:cNvPr id="2816" name="Google Shape;178;p3"/>
            <p:cNvSpPr/>
            <p:nvPr/>
          </p:nvSpPr>
          <p:spPr>
            <a:xfrm>
              <a:off x="-868320" y="-101808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17" name="Google Shape;179;p3"/>
            <p:cNvSpPr/>
            <p:nvPr/>
          </p:nvSpPr>
          <p:spPr>
            <a:xfrm>
              <a:off x="-125280" y="672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18" name="Google Shape;180;p3"/>
            <p:cNvSpPr/>
            <p:nvPr/>
          </p:nvSpPr>
          <p:spPr>
            <a:xfrm>
              <a:off x="860400" y="405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19" name="Google Shape;181;p3"/>
            <p:cNvSpPr/>
            <p:nvPr/>
          </p:nvSpPr>
          <p:spPr>
            <a:xfrm>
              <a:off x="1846440" y="-1227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20" name="Google Shape;182;p3"/>
            <p:cNvSpPr/>
            <p:nvPr/>
          </p:nvSpPr>
          <p:spPr>
            <a:xfrm rot="18900000">
              <a:off x="2549520" y="-4435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21" name="Google Shape;183;p3"/>
            <p:cNvSpPr/>
            <p:nvPr/>
          </p:nvSpPr>
          <p:spPr>
            <a:xfrm rot="18900000">
              <a:off x="1359000" y="-1148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22" name="Google Shape;184;p3"/>
            <p:cNvSpPr/>
            <p:nvPr/>
          </p:nvSpPr>
          <p:spPr>
            <a:xfrm rot="18900000">
              <a:off x="506520" y="2372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23" name="Google Shape;185;p3"/>
            <p:cNvSpPr/>
            <p:nvPr/>
          </p:nvSpPr>
          <p:spPr>
            <a:xfrm rot="18900000">
              <a:off x="-399960" y="6181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8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3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6" name="Google Shape;1568;p21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2827" name="Google Shape;1569;p21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828" name="Google Shape;1570;p21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29" name="Google Shape;1571;p21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30" name="Google Shape;1572;p21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31" name="Google Shape;1573;p21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2832" name="Google Shape;1574;p21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33" name="Google Shape;1575;p21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34" name="Google Shape;1576;p21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35" name="Google Shape;1577;p21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836" name="Google Shape;1578;p21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37" name="Google Shape;1579;p21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38" name="Google Shape;1580;p21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39" name="Google Shape;1581;p21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840" name="Google Shape;1582;p21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41" name="Google Shape;1583;p21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42" name="Google Shape;1584;p21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43" name="Google Shape;1585;p21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844" name="Google Shape;1586;p21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45" name="Google Shape;1587;p21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46" name="Google Shape;1588;p21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47" name="Google Shape;1589;p21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848" name="Google Shape;1590;p21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49" name="Google Shape;1591;p21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50" name="Google Shape;1592;p21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51" name="Google Shape;1593;p21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852" name="Google Shape;1594;p21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53" name="Google Shape;1595;p21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54" name="Google Shape;1596;p21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55" name="Google Shape;1597;p21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856" name="Google Shape;1598;p21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57" name="Google Shape;1599;p21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58" name="Google Shape;1600;p21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59" name="Google Shape;1601;p21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860" name="Google Shape;1602;p21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61" name="Google Shape;1603;p21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62" name="Google Shape;1604;p21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63" name="Google Shape;1605;p21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864" name="Google Shape;1606;p21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65" name="Google Shape;1607;p21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66" name="Google Shape;1608;p21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67" name="Google Shape;1609;p21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868" name="Google Shape;1610;p21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69" name="Google Shape;1611;p21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70" name="Google Shape;1612;p21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71" name="Google Shape;1613;p21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872" name="Google Shape;1614;p21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73" name="Google Shape;1615;p21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74" name="Google Shape;1616;p21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75" name="Google Shape;1617;p21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876" name="Google Shape;1618;p21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77" name="Google Shape;1619;p21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78" name="Google Shape;1620;p21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79" name="Google Shape;1621;p21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880" name="Google Shape;1622;p21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81" name="Google Shape;1623;p21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82" name="Google Shape;1624;p21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83" name="Google Shape;1625;p21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884" name="Google Shape;1626;p21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85" name="Google Shape;1627;p21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86" name="Google Shape;1628;p21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87" name="Google Shape;1629;p21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888" name="Google Shape;1630;p21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89" name="Google Shape;1631;p21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90" name="Google Shape;1632;p21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91" name="Google Shape;1633;p21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892" name="Google Shape;1634;p21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93" name="Google Shape;1635;p21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94" name="Google Shape;1636;p21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95" name="Google Shape;1637;p21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896" name="Google Shape;1638;p21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97" name="Google Shape;1639;p21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98" name="Google Shape;1640;p21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899" name="Google Shape;1641;p21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900" name="Google Shape;1642;p21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01" name="Google Shape;1643;p21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02" name="Google Shape;1644;p21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03" name="Google Shape;1645;p21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904" name="Google Shape;1646;p21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05" name="Google Shape;1647;p21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06" name="Google Shape;1648;p21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2907" name="Google Shape;1649;p21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908" name="Google Shape;1650;p21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2909" name="Google Shape;1651;p21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10" name="Google Shape;1652;p21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11" name="Google Shape;1653;p21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12" name="Google Shape;1654;p21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13" name="Google Shape;1655;p21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14" name="Google Shape;1656;p21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15" name="Google Shape;1657;p21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16" name="Google Shape;1658;p21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9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1" name="Google Shape;1568;p21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2922" name="Google Shape;1569;p21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2923" name="Google Shape;1570;p21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24" name="Google Shape;1571;p21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25" name="Google Shape;1572;p21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26" name="Google Shape;1573;p21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2927" name="Google Shape;1574;p21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28" name="Google Shape;1575;p21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29" name="Google Shape;1576;p21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30" name="Google Shape;1577;p21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2931" name="Google Shape;1578;p21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32" name="Google Shape;1579;p21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33" name="Google Shape;1580;p21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34" name="Google Shape;1581;p21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2935" name="Google Shape;1582;p21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36" name="Google Shape;1583;p21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37" name="Google Shape;1584;p21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38" name="Google Shape;1585;p21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2939" name="Google Shape;1586;p21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40" name="Google Shape;1587;p21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41" name="Google Shape;1588;p21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42" name="Google Shape;1589;p21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2943" name="Google Shape;1590;p21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44" name="Google Shape;1591;p21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45" name="Google Shape;1592;p21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46" name="Google Shape;1593;p21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2947" name="Google Shape;1594;p21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48" name="Google Shape;1595;p21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49" name="Google Shape;1596;p21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50" name="Google Shape;1597;p21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2951" name="Google Shape;1598;p21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52" name="Google Shape;1599;p21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53" name="Google Shape;1600;p21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54" name="Google Shape;1601;p21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2955" name="Google Shape;1602;p21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56" name="Google Shape;1603;p21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57" name="Google Shape;1604;p21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58" name="Google Shape;1605;p21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2959" name="Google Shape;1606;p21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60" name="Google Shape;1607;p21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61" name="Google Shape;1608;p21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62" name="Google Shape;1609;p21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2963" name="Google Shape;1610;p21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64" name="Google Shape;1611;p21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65" name="Google Shape;1612;p21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66" name="Google Shape;1613;p21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2967" name="Google Shape;1614;p21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68" name="Google Shape;1615;p21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69" name="Google Shape;1616;p21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70" name="Google Shape;1617;p21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2971" name="Google Shape;1618;p21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72" name="Google Shape;1619;p21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73" name="Google Shape;1620;p21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74" name="Google Shape;1621;p21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2975" name="Google Shape;1622;p21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76" name="Google Shape;1623;p21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77" name="Google Shape;1624;p21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78" name="Google Shape;1625;p21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2979" name="Google Shape;1626;p21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80" name="Google Shape;1627;p21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81" name="Google Shape;1628;p21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82" name="Google Shape;1629;p21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2983" name="Google Shape;1630;p21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84" name="Google Shape;1631;p21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85" name="Google Shape;1632;p21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86" name="Google Shape;1633;p21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2987" name="Google Shape;1634;p21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88" name="Google Shape;1635;p21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89" name="Google Shape;1636;p21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90" name="Google Shape;1637;p21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2991" name="Google Shape;1638;p21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92" name="Google Shape;1639;p21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93" name="Google Shape;1640;p21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94" name="Google Shape;1641;p21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2995" name="Google Shape;1642;p21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96" name="Google Shape;1643;p21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97" name="Google Shape;1644;p21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2998" name="Google Shape;1645;p21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2999" name="Google Shape;1646;p21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00" name="Google Shape;1647;p21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01" name="Google Shape;1648;p21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002" name="Google Shape;1649;p21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003" name="Google Shape;1650;p21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3004" name="Google Shape;1651;p21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05" name="Google Shape;1652;p21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06" name="Google Shape;1653;p21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07" name="Google Shape;1654;p21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08" name="Google Shape;1655;p21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09" name="Google Shape;1656;p21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10" name="Google Shape;1657;p21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11" name="Google Shape;1658;p21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0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6" name="Google Shape;1568;p21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017" name="Google Shape;1569;p21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018" name="Google Shape;1570;p21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19" name="Google Shape;1571;p21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20" name="Google Shape;1572;p21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21" name="Google Shape;1573;p21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022" name="Google Shape;1574;p21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23" name="Google Shape;1575;p21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24" name="Google Shape;1576;p21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25" name="Google Shape;1577;p21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026" name="Google Shape;1578;p21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27" name="Google Shape;1579;p21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28" name="Google Shape;1580;p21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29" name="Google Shape;1581;p21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030" name="Google Shape;1582;p21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31" name="Google Shape;1583;p21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32" name="Google Shape;1584;p21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33" name="Google Shape;1585;p21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034" name="Google Shape;1586;p21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35" name="Google Shape;1587;p21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36" name="Google Shape;1588;p21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37" name="Google Shape;1589;p21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038" name="Google Shape;1590;p21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39" name="Google Shape;1591;p21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40" name="Google Shape;1592;p21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41" name="Google Shape;1593;p21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042" name="Google Shape;1594;p21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43" name="Google Shape;1595;p21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44" name="Google Shape;1596;p21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45" name="Google Shape;1597;p21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046" name="Google Shape;1598;p21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47" name="Google Shape;1599;p21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48" name="Google Shape;1600;p21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49" name="Google Shape;1601;p21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050" name="Google Shape;1602;p21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51" name="Google Shape;1603;p21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52" name="Google Shape;1604;p21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53" name="Google Shape;1605;p21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054" name="Google Shape;1606;p21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55" name="Google Shape;1607;p21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56" name="Google Shape;1608;p21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57" name="Google Shape;1609;p21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058" name="Google Shape;1610;p21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59" name="Google Shape;1611;p21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60" name="Google Shape;1612;p21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61" name="Google Shape;1613;p21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062" name="Google Shape;1614;p21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63" name="Google Shape;1615;p21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64" name="Google Shape;1616;p21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65" name="Google Shape;1617;p21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066" name="Google Shape;1618;p21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67" name="Google Shape;1619;p21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68" name="Google Shape;1620;p21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69" name="Google Shape;1621;p21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070" name="Google Shape;1622;p21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71" name="Google Shape;1623;p21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72" name="Google Shape;1624;p21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73" name="Google Shape;1625;p21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074" name="Google Shape;1626;p21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75" name="Google Shape;1627;p21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76" name="Google Shape;1628;p21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77" name="Google Shape;1629;p21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3078" name="Google Shape;1630;p21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79" name="Google Shape;1631;p21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80" name="Google Shape;1632;p21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81" name="Google Shape;1633;p21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3082" name="Google Shape;1634;p21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83" name="Google Shape;1635;p21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84" name="Google Shape;1636;p21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85" name="Google Shape;1637;p21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3086" name="Google Shape;1638;p21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87" name="Google Shape;1639;p21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88" name="Google Shape;1640;p21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89" name="Google Shape;1641;p21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3090" name="Google Shape;1642;p21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91" name="Google Shape;1643;p21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92" name="Google Shape;1644;p21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93" name="Google Shape;1645;p21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3094" name="Google Shape;1646;p21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95" name="Google Shape;1647;p21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96" name="Google Shape;1648;p21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097" name="Google Shape;1649;p21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098" name="Google Shape;1650;p21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3099" name="Google Shape;1651;p21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00" name="Google Shape;1652;p21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01" name="Google Shape;1653;p21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02" name="Google Shape;1654;p21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03" name="Google Shape;1655;p21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04" name="Google Shape;1656;p21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05" name="Google Shape;1657;p21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06" name="Google Shape;1658;p21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7" name="Google Shape;1662;p22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108" name="Google Shape;1663;p22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109" name="Google Shape;1664;p22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10" name="Google Shape;1665;p22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11" name="Google Shape;1666;p22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12" name="Google Shape;1667;p22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113" name="Google Shape;1668;p22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14" name="Google Shape;1669;p22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15" name="Google Shape;1670;p22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16" name="Google Shape;1671;p22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117" name="Google Shape;1672;p22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18" name="Google Shape;1673;p22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19" name="Google Shape;1674;p22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20" name="Google Shape;1675;p22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121" name="Google Shape;1676;p22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22" name="Google Shape;1677;p22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23" name="Google Shape;1678;p22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24" name="Google Shape;1679;p22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125" name="Google Shape;1680;p22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26" name="Google Shape;1681;p22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27" name="Google Shape;1682;p22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28" name="Google Shape;1683;p22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129" name="Google Shape;1684;p22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30" name="Google Shape;1685;p22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31" name="Google Shape;1686;p22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32" name="Google Shape;1687;p22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133" name="Google Shape;1688;p22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34" name="Google Shape;1689;p22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35" name="Google Shape;1690;p22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36" name="Google Shape;1691;p22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137" name="Google Shape;1692;p22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38" name="Google Shape;1693;p22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39" name="Google Shape;1694;p22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40" name="Google Shape;1695;p22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141" name="Google Shape;1696;p22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42" name="Google Shape;1697;p22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43" name="Google Shape;1698;p22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44" name="Google Shape;1699;p22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145" name="Google Shape;1700;p22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46" name="Google Shape;1701;p22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47" name="Google Shape;1702;p22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48" name="Google Shape;1703;p22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149" name="Google Shape;1704;p22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50" name="Google Shape;1705;p22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51" name="Google Shape;1706;p22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52" name="Google Shape;1707;p22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153" name="Google Shape;1708;p22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54" name="Google Shape;1709;p22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55" name="Google Shape;1710;p22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56" name="Google Shape;1711;p22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157" name="Google Shape;1712;p22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58" name="Google Shape;1713;p22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59" name="Google Shape;1714;p22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60" name="Google Shape;1715;p22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161" name="Google Shape;1716;p22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62" name="Google Shape;1717;p22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63" name="Google Shape;1718;p22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64" name="Google Shape;1719;p22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165" name="Google Shape;1720;p22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66" name="Google Shape;1721;p22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67" name="Google Shape;1722;p22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68" name="Google Shape;1723;p22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3169" name="Google Shape;1724;p22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70" name="Google Shape;1725;p22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71" name="Google Shape;1726;p22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72" name="Google Shape;1727;p22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3173" name="Google Shape;1728;p22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74" name="Google Shape;1729;p22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75" name="Google Shape;1730;p22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76" name="Google Shape;1731;p22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3177" name="Google Shape;1732;p22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78" name="Google Shape;1733;p22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79" name="Google Shape;1734;p22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80" name="Google Shape;1735;p22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3181" name="Google Shape;1736;p22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82" name="Google Shape;1737;p22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83" name="Google Shape;1738;p22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184" name="Google Shape;1739;p22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3185" name="Google Shape;1740;p22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86" name="Google Shape;1741;p22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187" name="Google Shape;1742;p22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188" name="Google Shape;1743;p22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189" name="Google Shape;1746;p22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3190" name="Google Shape;1747;p22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91" name="Google Shape;1748;p22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192" name="Google Shape;1749;p22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193" name="Google Shape;1750;p22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1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8" name="Google Shape;1662;p22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199" name="Google Shape;1663;p22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200" name="Google Shape;1664;p22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01" name="Google Shape;1665;p22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02" name="Google Shape;1666;p22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03" name="Google Shape;1667;p22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204" name="Google Shape;1668;p22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05" name="Google Shape;1669;p22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06" name="Google Shape;1670;p22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07" name="Google Shape;1671;p22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208" name="Google Shape;1672;p22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09" name="Google Shape;1673;p22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10" name="Google Shape;1674;p22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11" name="Google Shape;1675;p22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212" name="Google Shape;1676;p22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13" name="Google Shape;1677;p22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14" name="Google Shape;1678;p22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15" name="Google Shape;1679;p22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216" name="Google Shape;1680;p22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17" name="Google Shape;1681;p22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18" name="Google Shape;1682;p22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19" name="Google Shape;1683;p22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220" name="Google Shape;1684;p22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21" name="Google Shape;1685;p22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22" name="Google Shape;1686;p22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23" name="Google Shape;1687;p22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224" name="Google Shape;1688;p22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25" name="Google Shape;1689;p22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26" name="Google Shape;1690;p22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27" name="Google Shape;1691;p22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228" name="Google Shape;1692;p22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29" name="Google Shape;1693;p22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30" name="Google Shape;1694;p22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31" name="Google Shape;1695;p22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232" name="Google Shape;1696;p22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33" name="Google Shape;1697;p22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34" name="Google Shape;1698;p22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35" name="Google Shape;1699;p22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236" name="Google Shape;1700;p22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37" name="Google Shape;1701;p22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38" name="Google Shape;1702;p22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39" name="Google Shape;1703;p22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240" name="Google Shape;1704;p22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41" name="Google Shape;1705;p22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42" name="Google Shape;1706;p22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43" name="Google Shape;1707;p22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244" name="Google Shape;1708;p22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45" name="Google Shape;1709;p22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46" name="Google Shape;1710;p22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47" name="Google Shape;1711;p22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248" name="Google Shape;1712;p22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49" name="Google Shape;1713;p22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50" name="Google Shape;1714;p22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51" name="Google Shape;1715;p22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252" name="Google Shape;1716;p22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53" name="Google Shape;1717;p22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54" name="Google Shape;1718;p22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55" name="Google Shape;1719;p22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256" name="Google Shape;1720;p22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57" name="Google Shape;1721;p22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58" name="Google Shape;1722;p22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59" name="Google Shape;1723;p22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3260" name="Google Shape;1724;p22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61" name="Google Shape;1725;p22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62" name="Google Shape;1726;p22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63" name="Google Shape;1727;p22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3264" name="Google Shape;1728;p22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65" name="Google Shape;1729;p22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66" name="Google Shape;1730;p22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67" name="Google Shape;1731;p22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3268" name="Google Shape;1732;p22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69" name="Google Shape;1733;p22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70" name="Google Shape;1734;p22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71" name="Google Shape;1735;p22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3272" name="Google Shape;1736;p22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73" name="Google Shape;1737;p22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74" name="Google Shape;1738;p22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75" name="Google Shape;1739;p22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3276" name="Google Shape;1740;p22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77" name="Google Shape;1741;p22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78" name="Google Shape;1742;p22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279" name="Google Shape;1743;p22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280" name="Google Shape;1746;p22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3281" name="Google Shape;1747;p22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82" name="Google Shape;1748;p22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283" name="Google Shape;1749;p22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284" name="Google Shape;1750;p22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2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9" name="Google Shape;1662;p22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290" name="Google Shape;1663;p22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291" name="Google Shape;1664;p22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92" name="Google Shape;1665;p22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93" name="Google Shape;1666;p22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94" name="Google Shape;1667;p22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295" name="Google Shape;1668;p22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96" name="Google Shape;1669;p22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97" name="Google Shape;1670;p22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298" name="Google Shape;1671;p22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299" name="Google Shape;1672;p22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00" name="Google Shape;1673;p22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01" name="Google Shape;1674;p22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02" name="Google Shape;1675;p22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303" name="Google Shape;1676;p22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04" name="Google Shape;1677;p22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05" name="Google Shape;1678;p22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06" name="Google Shape;1679;p22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307" name="Google Shape;1680;p22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08" name="Google Shape;1681;p22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09" name="Google Shape;1682;p22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10" name="Google Shape;1683;p22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311" name="Google Shape;1684;p22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12" name="Google Shape;1685;p22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13" name="Google Shape;1686;p22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14" name="Google Shape;1687;p22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315" name="Google Shape;1688;p22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16" name="Google Shape;1689;p22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17" name="Google Shape;1690;p22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18" name="Google Shape;1691;p22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319" name="Google Shape;1692;p22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20" name="Google Shape;1693;p22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21" name="Google Shape;1694;p22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22" name="Google Shape;1695;p22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323" name="Google Shape;1696;p22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24" name="Google Shape;1697;p22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25" name="Google Shape;1698;p22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26" name="Google Shape;1699;p22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327" name="Google Shape;1700;p22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28" name="Google Shape;1701;p22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29" name="Google Shape;1702;p22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30" name="Google Shape;1703;p22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331" name="Google Shape;1704;p22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32" name="Google Shape;1705;p22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33" name="Google Shape;1706;p22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34" name="Google Shape;1707;p22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335" name="Google Shape;1708;p22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36" name="Google Shape;1709;p22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37" name="Google Shape;1710;p22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38" name="Google Shape;1711;p22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339" name="Google Shape;1712;p22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40" name="Google Shape;1713;p22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41" name="Google Shape;1714;p22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42" name="Google Shape;1715;p22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343" name="Google Shape;1716;p22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44" name="Google Shape;1717;p22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45" name="Google Shape;1718;p22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46" name="Google Shape;1719;p22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347" name="Google Shape;1720;p22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48" name="Google Shape;1721;p22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49" name="Google Shape;1722;p22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50" name="Google Shape;1723;p22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3351" name="Google Shape;1724;p22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52" name="Google Shape;1725;p22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53" name="Google Shape;1726;p22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54" name="Google Shape;1727;p22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3355" name="Google Shape;1728;p22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56" name="Google Shape;1729;p22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57" name="Google Shape;1730;p22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58" name="Google Shape;1731;p22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3359" name="Google Shape;1732;p22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60" name="Google Shape;1733;p22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61" name="Google Shape;1734;p22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62" name="Google Shape;1735;p22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3363" name="Google Shape;1736;p22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64" name="Google Shape;1737;p22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65" name="Google Shape;1738;p22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66" name="Google Shape;1739;p22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3367" name="Google Shape;1740;p22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68" name="Google Shape;1741;p22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69" name="Google Shape;1742;p22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370" name="Google Shape;1743;p22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371" name="Google Shape;1746;p22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3372" name="Google Shape;1747;p22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73" name="Google Shape;1748;p22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374" name="Google Shape;1749;p22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375" name="Google Shape;1750;p22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6" name="Google Shape;1752;p2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377" name="Google Shape;1753;p2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378" name="Google Shape;1754;p2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79" name="Google Shape;1755;p2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80" name="Google Shape;1756;p2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81" name="Google Shape;1757;p2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382" name="Google Shape;1758;p2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83" name="Google Shape;1759;p2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84" name="Google Shape;1760;p2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85" name="Google Shape;1761;p2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386" name="Google Shape;1762;p2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87" name="Google Shape;1763;p2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88" name="Google Shape;1764;p2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89" name="Google Shape;1765;p2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390" name="Google Shape;1766;p2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91" name="Google Shape;1767;p2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92" name="Google Shape;1768;p2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93" name="Google Shape;1769;p2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394" name="Google Shape;1770;p2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95" name="Google Shape;1771;p2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96" name="Google Shape;1772;p2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397" name="Google Shape;1773;p2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398" name="Google Shape;1774;p2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99" name="Google Shape;1775;p2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00" name="Google Shape;1776;p2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01" name="Google Shape;1777;p2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402" name="Google Shape;1778;p2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03" name="Google Shape;1779;p2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04" name="Google Shape;1780;p2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05" name="Google Shape;1781;p2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406" name="Google Shape;1782;p2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07" name="Google Shape;1783;p2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08" name="Google Shape;1784;p2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09" name="Google Shape;1785;p2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410" name="Google Shape;1786;p2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11" name="Google Shape;1787;p2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12" name="Google Shape;1788;p2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13" name="Google Shape;1789;p2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414" name="Google Shape;1790;p2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15" name="Google Shape;1791;p2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16" name="Google Shape;1792;p2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17" name="Google Shape;1793;p2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418" name="Google Shape;1794;p2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19" name="Google Shape;1795;p2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20" name="Google Shape;1796;p2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21" name="Google Shape;1797;p2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422" name="Google Shape;1798;p2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23" name="Google Shape;1799;p2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24" name="Google Shape;1800;p2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25" name="Google Shape;1801;p2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426" name="Google Shape;1802;p2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27" name="Google Shape;1803;p2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28" name="Google Shape;1804;p2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29" name="Google Shape;1805;p2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430" name="Google Shape;1806;p2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31" name="Google Shape;1807;p2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32" name="Google Shape;1808;p2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33" name="Google Shape;1809;p2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434" name="Google Shape;1810;p2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35" name="Google Shape;1811;p2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36" name="Google Shape;1812;p2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37" name="Google Shape;1813;p2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3438" name="Google Shape;1814;p2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39" name="Google Shape;1815;p2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40" name="Google Shape;1816;p2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41" name="Google Shape;1817;p2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3442" name="Google Shape;1818;p2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43" name="Google Shape;1819;p2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44" name="Google Shape;1820;p2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45" name="Google Shape;1821;p2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3446" name="Google Shape;1822;p2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47" name="Google Shape;1823;p2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48" name="Google Shape;1824;p2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49" name="Google Shape;1825;p2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3450" name="Google Shape;1826;p2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51" name="Google Shape;1827;p2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52" name="Google Shape;1828;p2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53" name="Google Shape;1829;p2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3454" name="Google Shape;1830;p2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55" name="Google Shape;1831;p2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56" name="Google Shape;1832;p2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457" name="Google Shape;1833;p2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458" name="Google Shape;1834;p23"/>
          <p:cNvGrpSpPr/>
          <p:nvPr/>
        </p:nvGrpSpPr>
        <p:grpSpPr>
          <a:xfrm>
            <a:off x="-1297800" y="3559320"/>
            <a:ext cx="3806640" cy="2251800"/>
            <a:chOff x="-1297800" y="3559320"/>
            <a:chExt cx="3806640" cy="2251800"/>
          </a:xfrm>
        </p:grpSpPr>
        <p:sp>
          <p:nvSpPr>
            <p:cNvPr id="3459" name="Google Shape;1835;p23"/>
            <p:cNvSpPr/>
            <p:nvPr/>
          </p:nvSpPr>
          <p:spPr>
            <a:xfrm flipH="1">
              <a:off x="-1297800" y="35593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0" name="Google Shape;1836;p23"/>
            <p:cNvSpPr/>
            <p:nvPr/>
          </p:nvSpPr>
          <p:spPr>
            <a:xfrm flipH="1">
              <a:off x="1675080" y="524988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1" name="Google Shape;1837;p23"/>
            <p:cNvSpPr/>
            <p:nvPr/>
          </p:nvSpPr>
          <p:spPr>
            <a:xfrm flipH="1">
              <a:off x="689040" y="498312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2" name="Google Shape;1838;p23"/>
            <p:cNvSpPr/>
            <p:nvPr/>
          </p:nvSpPr>
          <p:spPr>
            <a:xfrm flipH="1">
              <a:off x="-296640" y="4454640"/>
              <a:ext cx="89640" cy="89640"/>
            </a:xfrm>
            <a:custGeom>
              <a:avLst/>
              <a:gdLst>
                <a:gd name="textAreaLeft" fmla="*/ 1800 w 89640"/>
                <a:gd name="textAreaRight" fmla="*/ 946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3" name="Google Shape;1839;p23"/>
            <p:cNvSpPr/>
            <p:nvPr/>
          </p:nvSpPr>
          <p:spPr>
            <a:xfrm flipH="1" rot="2700000">
              <a:off x="-969840" y="4130640"/>
              <a:ext cx="58680" cy="57960"/>
            </a:xfrm>
            <a:custGeom>
              <a:avLst/>
              <a:gdLst>
                <a:gd name="textAreaLeft" fmla="*/ 1800 w 58680"/>
                <a:gd name="textAreaRight" fmla="*/ 637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4" name="Google Shape;1840;p23"/>
            <p:cNvSpPr/>
            <p:nvPr/>
          </p:nvSpPr>
          <p:spPr>
            <a:xfrm flipH="1" rot="2700000">
              <a:off x="217440" y="445896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5" name="Google Shape;1841;p23"/>
            <p:cNvSpPr/>
            <p:nvPr/>
          </p:nvSpPr>
          <p:spPr>
            <a:xfrm flipH="1" rot="2700000">
              <a:off x="1070280" y="481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6" name="Google Shape;1842;p23"/>
            <p:cNvSpPr/>
            <p:nvPr/>
          </p:nvSpPr>
          <p:spPr>
            <a:xfrm flipH="1" rot="2700000">
              <a:off x="1979640" y="51926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4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1" name="Google Shape;1849;p24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472" name="Google Shape;1850;p24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473" name="Google Shape;1851;p24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74" name="Google Shape;1852;p24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75" name="Google Shape;1853;p24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76" name="Google Shape;1854;p24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477" name="Google Shape;1855;p24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78" name="Google Shape;1856;p24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79" name="Google Shape;1857;p24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80" name="Google Shape;1858;p24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481" name="Google Shape;1859;p24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82" name="Google Shape;1860;p24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83" name="Google Shape;1861;p24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84" name="Google Shape;1862;p24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485" name="Google Shape;1863;p24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86" name="Google Shape;1864;p24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87" name="Google Shape;1865;p24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88" name="Google Shape;1866;p24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489" name="Google Shape;1867;p24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90" name="Google Shape;1868;p24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91" name="Google Shape;1869;p24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92" name="Google Shape;1870;p24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493" name="Google Shape;1871;p24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94" name="Google Shape;1872;p24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95" name="Google Shape;1873;p24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496" name="Google Shape;1874;p24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497" name="Google Shape;1875;p24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98" name="Google Shape;1876;p24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99" name="Google Shape;1877;p24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00" name="Google Shape;1878;p24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501" name="Google Shape;1879;p24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02" name="Google Shape;1880;p24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03" name="Google Shape;1881;p24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04" name="Google Shape;1882;p24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505" name="Google Shape;1883;p24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06" name="Google Shape;1884;p24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07" name="Google Shape;1885;p24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08" name="Google Shape;1886;p24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509" name="Google Shape;1887;p24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10" name="Google Shape;1888;p24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11" name="Google Shape;1889;p24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12" name="Google Shape;1890;p24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513" name="Google Shape;1891;p24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14" name="Google Shape;1892;p24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15" name="Google Shape;1893;p24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16" name="Google Shape;1894;p24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517" name="Google Shape;1895;p24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18" name="Google Shape;1896;p24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19" name="Google Shape;1897;p24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20" name="Google Shape;1898;p24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521" name="Google Shape;1899;p24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22" name="Google Shape;1900;p24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23" name="Google Shape;1901;p24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24" name="Google Shape;1902;p24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525" name="Google Shape;1903;p24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26" name="Google Shape;1904;p24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27" name="Google Shape;1905;p24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28" name="Google Shape;1906;p24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529" name="Google Shape;1907;p24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30" name="Google Shape;1908;p24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31" name="Google Shape;1909;p24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32" name="Google Shape;1910;p24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3533" name="Google Shape;1911;p24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34" name="Google Shape;1912;p24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35" name="Google Shape;1913;p24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36" name="Google Shape;1914;p24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3537" name="Google Shape;1915;p24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38" name="Google Shape;1916;p24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39" name="Google Shape;1917;p24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40" name="Google Shape;1918;p24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3541" name="Google Shape;1919;p24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42" name="Google Shape;1920;p24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43" name="Google Shape;1921;p24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44" name="Google Shape;1922;p24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3545" name="Google Shape;1923;p24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46" name="Google Shape;1924;p24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47" name="Google Shape;1925;p24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48" name="Google Shape;1926;p24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3549" name="Google Shape;1927;p24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50" name="Google Shape;1928;p24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51" name="Google Shape;1929;p24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552" name="Google Shape;1930;p24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553" name="Google Shape;1934;p24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3554" name="Google Shape;1935;p24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55" name="Google Shape;1936;p24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56" name="Google Shape;1937;p24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57" name="Google Shape;1938;p24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58" name="Google Shape;1939;p24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59" name="Google Shape;1940;p24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60" name="Google Shape;1941;p24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61" name="Google Shape;1942;p24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5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6" name="Google Shape;1849;p24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567" name="Google Shape;1850;p24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568" name="Google Shape;1851;p24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69" name="Google Shape;1852;p24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70" name="Google Shape;1853;p24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71" name="Google Shape;1854;p24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572" name="Google Shape;1855;p24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73" name="Google Shape;1856;p24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74" name="Google Shape;1857;p24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75" name="Google Shape;1858;p24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576" name="Google Shape;1859;p24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77" name="Google Shape;1860;p24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78" name="Google Shape;1861;p24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79" name="Google Shape;1862;p24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580" name="Google Shape;1863;p24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81" name="Google Shape;1864;p24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82" name="Google Shape;1865;p24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83" name="Google Shape;1866;p24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584" name="Google Shape;1867;p24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85" name="Google Shape;1868;p24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86" name="Google Shape;1869;p24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87" name="Google Shape;1870;p24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588" name="Google Shape;1871;p24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89" name="Google Shape;1872;p24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90" name="Google Shape;1873;p24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91" name="Google Shape;1874;p24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592" name="Google Shape;1875;p24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93" name="Google Shape;1876;p24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94" name="Google Shape;1877;p24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95" name="Google Shape;1878;p24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596" name="Google Shape;1879;p24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97" name="Google Shape;1880;p24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98" name="Google Shape;1881;p24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599" name="Google Shape;1882;p24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600" name="Google Shape;1883;p24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01" name="Google Shape;1884;p24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02" name="Google Shape;1885;p24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03" name="Google Shape;1886;p24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604" name="Google Shape;1887;p24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05" name="Google Shape;1888;p24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06" name="Google Shape;1889;p24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07" name="Google Shape;1890;p24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608" name="Google Shape;1891;p24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09" name="Google Shape;1892;p24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10" name="Google Shape;1893;p24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11" name="Google Shape;1894;p24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612" name="Google Shape;1895;p24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13" name="Google Shape;1896;p24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14" name="Google Shape;1897;p24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15" name="Google Shape;1898;p24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616" name="Google Shape;1899;p24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17" name="Google Shape;1900;p24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18" name="Google Shape;1901;p24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19" name="Google Shape;1902;p24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620" name="Google Shape;1903;p24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21" name="Google Shape;1904;p24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22" name="Google Shape;1905;p24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23" name="Google Shape;1906;p24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624" name="Google Shape;1907;p24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25" name="Google Shape;1908;p24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26" name="Google Shape;1909;p24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27" name="Google Shape;1910;p24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3628" name="Google Shape;1911;p24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29" name="Google Shape;1912;p24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30" name="Google Shape;1913;p24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31" name="Google Shape;1914;p24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3632" name="Google Shape;1915;p24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33" name="Google Shape;1916;p24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34" name="Google Shape;1917;p24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35" name="Google Shape;1918;p24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3636" name="Google Shape;1919;p24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37" name="Google Shape;1920;p24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38" name="Google Shape;1921;p24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39" name="Google Shape;1922;p24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3640" name="Google Shape;1923;p24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41" name="Google Shape;1924;p24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42" name="Google Shape;1925;p24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43" name="Google Shape;1926;p24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3644" name="Google Shape;1927;p24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45" name="Google Shape;1928;p24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46" name="Google Shape;1929;p24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647" name="Google Shape;1930;p24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648" name="Google Shape;1934;p24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3649" name="Google Shape;1935;p24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50" name="Google Shape;1936;p24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51" name="Google Shape;1937;p24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52" name="Google Shape;1938;p24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53" name="Google Shape;1939;p24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54" name="Google Shape;1940;p24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55" name="Google Shape;1941;p24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56" name="Google Shape;1942;p24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6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1" name="Google Shape;1849;p24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662" name="Google Shape;1850;p24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663" name="Google Shape;1851;p24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64" name="Google Shape;1852;p24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65" name="Google Shape;1853;p24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66" name="Google Shape;1854;p24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667" name="Google Shape;1855;p24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68" name="Google Shape;1856;p24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69" name="Google Shape;1857;p24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70" name="Google Shape;1858;p24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671" name="Google Shape;1859;p24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72" name="Google Shape;1860;p24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73" name="Google Shape;1861;p24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74" name="Google Shape;1862;p24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675" name="Google Shape;1863;p24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76" name="Google Shape;1864;p24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77" name="Google Shape;1865;p24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78" name="Google Shape;1866;p24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679" name="Google Shape;1867;p24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80" name="Google Shape;1868;p24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81" name="Google Shape;1869;p24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82" name="Google Shape;1870;p24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683" name="Google Shape;1871;p24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84" name="Google Shape;1872;p24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85" name="Google Shape;1873;p24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86" name="Google Shape;1874;p24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687" name="Google Shape;1875;p24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88" name="Google Shape;1876;p24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89" name="Google Shape;1877;p24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90" name="Google Shape;1878;p24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691" name="Google Shape;1879;p24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92" name="Google Shape;1880;p24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93" name="Google Shape;1881;p24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94" name="Google Shape;1882;p24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695" name="Google Shape;1883;p24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96" name="Google Shape;1884;p24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97" name="Google Shape;1885;p24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698" name="Google Shape;1886;p24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699" name="Google Shape;1887;p24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00" name="Google Shape;1888;p24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01" name="Google Shape;1889;p24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02" name="Google Shape;1890;p24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703" name="Google Shape;1891;p24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04" name="Google Shape;1892;p24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05" name="Google Shape;1893;p24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06" name="Google Shape;1894;p24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707" name="Google Shape;1895;p24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08" name="Google Shape;1896;p24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09" name="Google Shape;1897;p24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10" name="Google Shape;1898;p24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711" name="Google Shape;1899;p24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12" name="Google Shape;1900;p24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13" name="Google Shape;1901;p24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14" name="Google Shape;1902;p24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715" name="Google Shape;1903;p24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16" name="Google Shape;1904;p24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17" name="Google Shape;1905;p24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18" name="Google Shape;1906;p24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719" name="Google Shape;1907;p24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20" name="Google Shape;1908;p24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21" name="Google Shape;1909;p24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22" name="Google Shape;1910;p24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3723" name="Google Shape;1911;p24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24" name="Google Shape;1912;p24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25" name="Google Shape;1913;p24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26" name="Google Shape;1914;p24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3727" name="Google Shape;1915;p24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28" name="Google Shape;1916;p24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29" name="Google Shape;1917;p24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30" name="Google Shape;1918;p24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3731" name="Google Shape;1919;p24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32" name="Google Shape;1920;p24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33" name="Google Shape;1921;p24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34" name="Google Shape;1922;p24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3735" name="Google Shape;1923;p24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36" name="Google Shape;1924;p24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37" name="Google Shape;1925;p24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38" name="Google Shape;1926;p24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3739" name="Google Shape;1927;p24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40" name="Google Shape;1928;p24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41" name="Google Shape;1929;p24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742" name="Google Shape;1930;p24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743" name="Google Shape;1934;p24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3744" name="Google Shape;1935;p24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45" name="Google Shape;1936;p24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46" name="Google Shape;1937;p24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47" name="Google Shape;1938;p24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48" name="Google Shape;1939;p24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49" name="Google Shape;1940;p24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50" name="Google Shape;1941;p24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51" name="Google Shape;1942;p24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7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4" name="Google Shape;1944;p25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755" name="Google Shape;1945;p25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756" name="Google Shape;1946;p25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57" name="Google Shape;1947;p25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58" name="Google Shape;1948;p25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59" name="Google Shape;1949;p25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760" name="Google Shape;1950;p25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61" name="Google Shape;1951;p25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62" name="Google Shape;1952;p25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63" name="Google Shape;1953;p25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764" name="Google Shape;1954;p25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65" name="Google Shape;1955;p25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66" name="Google Shape;1956;p25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67" name="Google Shape;1957;p25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768" name="Google Shape;1958;p25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69" name="Google Shape;1959;p25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70" name="Google Shape;1960;p25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71" name="Google Shape;1961;p25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772" name="Google Shape;1962;p25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73" name="Google Shape;1963;p25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74" name="Google Shape;1964;p25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75" name="Google Shape;1965;p25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776" name="Google Shape;1966;p25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77" name="Google Shape;1967;p25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78" name="Google Shape;1968;p25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79" name="Google Shape;1969;p25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780" name="Google Shape;1970;p25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81" name="Google Shape;1971;p25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82" name="Google Shape;1972;p25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83" name="Google Shape;1973;p25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784" name="Google Shape;1974;p25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85" name="Google Shape;1975;p25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86" name="Google Shape;1976;p25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87" name="Google Shape;1977;p25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788" name="Google Shape;1978;p25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89" name="Google Shape;1979;p25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90" name="Google Shape;1980;p25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91" name="Google Shape;1981;p25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792" name="Google Shape;1982;p25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93" name="Google Shape;1983;p25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94" name="Google Shape;1984;p25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95" name="Google Shape;1985;p25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796" name="Google Shape;1986;p25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97" name="Google Shape;1987;p25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98" name="Google Shape;1988;p25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799" name="Google Shape;1989;p25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800" name="Google Shape;1990;p25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01" name="Google Shape;1991;p25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02" name="Google Shape;1992;p25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03" name="Google Shape;1993;p25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804" name="Google Shape;1994;p25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05" name="Google Shape;1995;p25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06" name="Google Shape;1996;p25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07" name="Google Shape;1997;p25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808" name="Google Shape;1998;p25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09" name="Google Shape;1999;p25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10" name="Google Shape;2000;p25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11" name="Google Shape;2001;p25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812" name="Google Shape;2002;p25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13" name="Google Shape;2003;p25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14" name="Google Shape;2004;p25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15" name="Google Shape;2005;p25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3816" name="Google Shape;2006;p25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17" name="Google Shape;2007;p25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18" name="Google Shape;2008;p25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19" name="Google Shape;2009;p25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3820" name="Google Shape;2010;p25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21" name="Google Shape;2011;p25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22" name="Google Shape;2012;p25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23" name="Google Shape;2013;p25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3824" name="Google Shape;2014;p25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25" name="Google Shape;2015;p25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26" name="Google Shape;2016;p25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27" name="Google Shape;2017;p25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3828" name="Google Shape;2018;p25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29" name="Google Shape;2019;p25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30" name="Google Shape;2020;p25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31" name="Google Shape;2021;p25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3832" name="Google Shape;2022;p25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33" name="Google Shape;2023;p25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34" name="Google Shape;2024;p25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835" name="Google Shape;2025;p25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836" name="Google Shape;2033;p25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3837" name="Google Shape;2034;p25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38" name="Google Shape;2035;p25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839" name="Google Shape;2036;p25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840" name="Google Shape;2037;p25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8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5" name="Google Shape;2039;p26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846" name="Google Shape;2040;p26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847" name="Google Shape;2041;p26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48" name="Google Shape;2042;p26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49" name="Google Shape;2043;p26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50" name="Google Shape;2044;p26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851" name="Google Shape;2045;p26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52" name="Google Shape;2046;p26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53" name="Google Shape;2047;p26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54" name="Google Shape;2048;p26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855" name="Google Shape;2049;p26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56" name="Google Shape;2050;p26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57" name="Google Shape;2051;p26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58" name="Google Shape;2052;p26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859" name="Google Shape;2053;p26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60" name="Google Shape;2054;p26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61" name="Google Shape;2055;p26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62" name="Google Shape;2056;p26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863" name="Google Shape;2057;p26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64" name="Google Shape;2058;p26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65" name="Google Shape;2059;p26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66" name="Google Shape;2060;p26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867" name="Google Shape;2061;p26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68" name="Google Shape;2062;p26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69" name="Google Shape;2063;p26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70" name="Google Shape;2064;p26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871" name="Google Shape;2065;p26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72" name="Google Shape;2066;p26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73" name="Google Shape;2067;p26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74" name="Google Shape;2068;p26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875" name="Google Shape;2069;p26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76" name="Google Shape;2070;p26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77" name="Google Shape;2071;p26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78" name="Google Shape;2072;p26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879" name="Google Shape;2073;p26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80" name="Google Shape;2074;p26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81" name="Google Shape;2075;p26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82" name="Google Shape;2076;p26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883" name="Google Shape;2077;p26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84" name="Google Shape;2078;p26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85" name="Google Shape;2079;p26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86" name="Google Shape;2080;p26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887" name="Google Shape;2081;p26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88" name="Google Shape;2082;p26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89" name="Google Shape;2083;p26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90" name="Google Shape;2084;p26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891" name="Google Shape;2085;p26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92" name="Google Shape;2086;p26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93" name="Google Shape;2087;p26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94" name="Google Shape;2088;p26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895" name="Google Shape;2089;p26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96" name="Google Shape;2090;p26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97" name="Google Shape;2091;p26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898" name="Google Shape;2092;p26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899" name="Google Shape;2093;p26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00" name="Google Shape;2094;p26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01" name="Google Shape;2095;p26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02" name="Google Shape;2096;p26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903" name="Google Shape;2097;p26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04" name="Google Shape;2098;p26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05" name="Google Shape;2099;p26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06" name="Google Shape;2100;p26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3907" name="Google Shape;2101;p26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08" name="Google Shape;2102;p26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09" name="Google Shape;2103;p26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10" name="Google Shape;2104;p26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3911" name="Google Shape;2105;p26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12" name="Google Shape;2106;p26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13" name="Google Shape;2107;p26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14" name="Google Shape;2108;p26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3915" name="Google Shape;2109;p26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16" name="Google Shape;2110;p26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17" name="Google Shape;2111;p26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18" name="Google Shape;2112;p26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3919" name="Google Shape;2113;p26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20" name="Google Shape;2114;p26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21" name="Google Shape;2115;p26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22" name="Google Shape;2116;p26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3923" name="Google Shape;2117;p26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24" name="Google Shape;2118;p26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25" name="Google Shape;2119;p26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3926" name="Google Shape;2120;p26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927" name="Google Shape;2128;p26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3928" name="Google Shape;2129;p26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29" name="Google Shape;2130;p26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30" name="Google Shape;2131;p26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31" name="Google Shape;2132;p26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32" name="Google Shape;2133;p26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33" name="Google Shape;2134;p26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34" name="Google Shape;2135;p26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35" name="Google Shape;2136;p26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9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0" name="Google Shape;2039;p26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3941" name="Google Shape;2040;p26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3942" name="Google Shape;2041;p26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43" name="Google Shape;2042;p26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44" name="Google Shape;2043;p26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45" name="Google Shape;2044;p26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3946" name="Google Shape;2045;p26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47" name="Google Shape;2046;p26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48" name="Google Shape;2047;p26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49" name="Google Shape;2048;p26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3950" name="Google Shape;2049;p26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51" name="Google Shape;2050;p26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52" name="Google Shape;2051;p26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53" name="Google Shape;2052;p26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3954" name="Google Shape;2053;p26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55" name="Google Shape;2054;p26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56" name="Google Shape;2055;p26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57" name="Google Shape;2056;p26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3958" name="Google Shape;2057;p26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59" name="Google Shape;2058;p26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60" name="Google Shape;2059;p26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61" name="Google Shape;2060;p26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3962" name="Google Shape;2061;p26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63" name="Google Shape;2062;p26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64" name="Google Shape;2063;p26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65" name="Google Shape;2064;p26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3966" name="Google Shape;2065;p26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67" name="Google Shape;2066;p26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68" name="Google Shape;2067;p26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69" name="Google Shape;2068;p26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3970" name="Google Shape;2069;p26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71" name="Google Shape;2070;p26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72" name="Google Shape;2071;p26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73" name="Google Shape;2072;p26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3974" name="Google Shape;2073;p26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75" name="Google Shape;2074;p26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76" name="Google Shape;2075;p26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77" name="Google Shape;2076;p26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3978" name="Google Shape;2077;p26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79" name="Google Shape;2078;p26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80" name="Google Shape;2079;p26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81" name="Google Shape;2080;p26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3982" name="Google Shape;2081;p26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83" name="Google Shape;2082;p26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84" name="Google Shape;2083;p26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85" name="Google Shape;2084;p26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3986" name="Google Shape;2085;p26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87" name="Google Shape;2086;p26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88" name="Google Shape;2087;p26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89" name="Google Shape;2088;p26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3990" name="Google Shape;2089;p26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91" name="Google Shape;2090;p26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92" name="Google Shape;2091;p26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93" name="Google Shape;2092;p26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3994" name="Google Shape;2093;p26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95" name="Google Shape;2094;p26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96" name="Google Shape;2095;p26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997" name="Google Shape;2096;p26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3998" name="Google Shape;2097;p26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99" name="Google Shape;2098;p26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00" name="Google Shape;2099;p26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01" name="Google Shape;2100;p26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002" name="Google Shape;2101;p26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03" name="Google Shape;2102;p26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04" name="Google Shape;2103;p26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05" name="Google Shape;2104;p26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006" name="Google Shape;2105;p26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07" name="Google Shape;2106;p26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08" name="Google Shape;2107;p26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09" name="Google Shape;2108;p26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010" name="Google Shape;2109;p26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11" name="Google Shape;2110;p26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12" name="Google Shape;2111;p26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13" name="Google Shape;2112;p26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014" name="Google Shape;2113;p26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15" name="Google Shape;2114;p26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16" name="Google Shape;2115;p26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17" name="Google Shape;2116;p26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018" name="Google Shape;2117;p26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19" name="Google Shape;2118;p26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20" name="Google Shape;2119;p26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4021" name="Google Shape;2120;p26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022" name="Google Shape;2128;p26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4023" name="Google Shape;2129;p26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24" name="Google Shape;2130;p26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25" name="Google Shape;2131;p26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26" name="Google Shape;2132;p26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27" name="Google Shape;2133;p26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28" name="Google Shape;2134;p26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29" name="Google Shape;2135;p26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30" name="Google Shape;2136;p26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0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5" name="Google Shape;2039;p26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036" name="Google Shape;2040;p26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037" name="Google Shape;2041;p26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38" name="Google Shape;2042;p26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39" name="Google Shape;2043;p26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40" name="Google Shape;2044;p26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041" name="Google Shape;2045;p26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42" name="Google Shape;2046;p26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43" name="Google Shape;2047;p26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44" name="Google Shape;2048;p26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045" name="Google Shape;2049;p26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46" name="Google Shape;2050;p26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47" name="Google Shape;2051;p26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48" name="Google Shape;2052;p26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049" name="Google Shape;2053;p26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50" name="Google Shape;2054;p26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51" name="Google Shape;2055;p26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52" name="Google Shape;2056;p26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053" name="Google Shape;2057;p26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54" name="Google Shape;2058;p26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55" name="Google Shape;2059;p26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56" name="Google Shape;2060;p26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057" name="Google Shape;2061;p26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58" name="Google Shape;2062;p26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59" name="Google Shape;2063;p26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60" name="Google Shape;2064;p26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061" name="Google Shape;2065;p26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62" name="Google Shape;2066;p26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63" name="Google Shape;2067;p26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64" name="Google Shape;2068;p26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065" name="Google Shape;2069;p26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66" name="Google Shape;2070;p26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67" name="Google Shape;2071;p26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68" name="Google Shape;2072;p26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069" name="Google Shape;2073;p26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70" name="Google Shape;2074;p26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71" name="Google Shape;2075;p26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72" name="Google Shape;2076;p26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073" name="Google Shape;2077;p26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74" name="Google Shape;2078;p26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75" name="Google Shape;2079;p26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76" name="Google Shape;2080;p26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077" name="Google Shape;2081;p26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78" name="Google Shape;2082;p26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79" name="Google Shape;2083;p26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80" name="Google Shape;2084;p26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081" name="Google Shape;2085;p26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82" name="Google Shape;2086;p26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83" name="Google Shape;2087;p26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84" name="Google Shape;2088;p26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4085" name="Google Shape;2089;p26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86" name="Google Shape;2090;p26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87" name="Google Shape;2091;p26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88" name="Google Shape;2092;p26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089" name="Google Shape;2093;p26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90" name="Google Shape;2094;p26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91" name="Google Shape;2095;p26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92" name="Google Shape;2096;p26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093" name="Google Shape;2097;p26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94" name="Google Shape;2098;p26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95" name="Google Shape;2099;p26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096" name="Google Shape;2100;p26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097" name="Google Shape;2101;p26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98" name="Google Shape;2102;p26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99" name="Google Shape;2103;p26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00" name="Google Shape;2104;p26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101" name="Google Shape;2105;p26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02" name="Google Shape;2106;p26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03" name="Google Shape;2107;p26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04" name="Google Shape;2108;p26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105" name="Google Shape;2109;p26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06" name="Google Shape;2110;p26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07" name="Google Shape;2111;p26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08" name="Google Shape;2112;p26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109" name="Google Shape;2113;p26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10" name="Google Shape;2114;p26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11" name="Google Shape;2115;p26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12" name="Google Shape;2116;p26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113" name="Google Shape;2117;p26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14" name="Google Shape;2118;p26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15" name="Google Shape;2119;p26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4116" name="Google Shape;2120;p26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117" name="Google Shape;2128;p26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4118" name="Google Shape;2129;p26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19" name="Google Shape;2130;p26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20" name="Google Shape;2131;p26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21" name="Google Shape;2132;p26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22" name="Google Shape;2133;p26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23" name="Google Shape;2134;p26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24" name="Google Shape;2135;p26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25" name="Google Shape;2136;p26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6" name="Google Shape;2138;p27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127" name="Google Shape;2139;p27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128" name="Google Shape;2140;p27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29" name="Google Shape;2141;p27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30" name="Google Shape;2142;p27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31" name="Google Shape;2143;p27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132" name="Google Shape;2144;p27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33" name="Google Shape;2145;p27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34" name="Google Shape;2146;p27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35" name="Google Shape;2147;p27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136" name="Google Shape;2148;p27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37" name="Google Shape;2149;p27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38" name="Google Shape;2150;p27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39" name="Google Shape;2151;p27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140" name="Google Shape;2152;p27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41" name="Google Shape;2153;p27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42" name="Google Shape;2154;p27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43" name="Google Shape;2155;p27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144" name="Google Shape;2156;p27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45" name="Google Shape;2157;p27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46" name="Google Shape;2158;p27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47" name="Google Shape;2159;p27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148" name="Google Shape;2160;p27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49" name="Google Shape;2161;p27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50" name="Google Shape;2162;p27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51" name="Google Shape;2163;p27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152" name="Google Shape;2164;p27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53" name="Google Shape;2165;p27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54" name="Google Shape;2166;p27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55" name="Google Shape;2167;p27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156" name="Google Shape;2168;p27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57" name="Google Shape;2169;p27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58" name="Google Shape;2170;p27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59" name="Google Shape;2171;p27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160" name="Google Shape;2172;p27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61" name="Google Shape;2173;p27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62" name="Google Shape;2174;p27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63" name="Google Shape;2175;p27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164" name="Google Shape;2176;p27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65" name="Google Shape;2177;p27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66" name="Google Shape;2178;p27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67" name="Google Shape;2179;p27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168" name="Google Shape;2180;p27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69" name="Google Shape;2181;p27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70" name="Google Shape;2182;p27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71" name="Google Shape;2183;p27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172" name="Google Shape;2184;p27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73" name="Google Shape;2185;p27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74" name="Google Shape;2186;p27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75" name="Google Shape;2187;p27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4176" name="Google Shape;2188;p27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77" name="Google Shape;2189;p27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78" name="Google Shape;2190;p27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79" name="Google Shape;2191;p27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180" name="Google Shape;2192;p27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81" name="Google Shape;2193;p27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82" name="Google Shape;2194;p27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83" name="Google Shape;2195;p27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184" name="Google Shape;2196;p27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85" name="Google Shape;2197;p27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86" name="Google Shape;2198;p27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87" name="Google Shape;2199;p27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188" name="Google Shape;2200;p27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89" name="Google Shape;2201;p27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90" name="Google Shape;2202;p27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91" name="Google Shape;2203;p27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192" name="Google Shape;2204;p27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93" name="Google Shape;2205;p27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94" name="Google Shape;2206;p27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95" name="Google Shape;2207;p27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196" name="Google Shape;2208;p27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97" name="Google Shape;2209;p27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198" name="Google Shape;2210;p27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199" name="Google Shape;2211;p27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200" name="Google Shape;2212;p27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01" name="Google Shape;2213;p27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02" name="Google Shape;2214;p27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03" name="Google Shape;2215;p27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204" name="Google Shape;2216;p27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05" name="Google Shape;2217;p27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06" name="Google Shape;2218;p27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4207" name="Google Shape;2219;p27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208" name="Google Shape;2229;p27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4209" name="Google Shape;2230;p27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10" name="Google Shape;2231;p27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11" name="Google Shape;2232;p27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12" name="Google Shape;2233;p27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13" name="Google Shape;2234;p27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14" name="Google Shape;2235;p27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15" name="Google Shape;2236;p27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16" name="Google Shape;2237;p27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2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1" name="Google Shape;2239;p28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222" name="Google Shape;2240;p28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223" name="Google Shape;2241;p28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24" name="Google Shape;2242;p28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25" name="Google Shape;2243;p28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26" name="Google Shape;2244;p28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227" name="Google Shape;2245;p28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28" name="Google Shape;2246;p28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29" name="Google Shape;2247;p28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30" name="Google Shape;2248;p28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231" name="Google Shape;2249;p28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32" name="Google Shape;2250;p28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33" name="Google Shape;2251;p28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34" name="Google Shape;2252;p28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235" name="Google Shape;2253;p28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36" name="Google Shape;2254;p28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37" name="Google Shape;2255;p28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38" name="Google Shape;2256;p28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239" name="Google Shape;2257;p28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40" name="Google Shape;2258;p28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41" name="Google Shape;2259;p28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42" name="Google Shape;2260;p28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243" name="Google Shape;2261;p28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44" name="Google Shape;2262;p28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45" name="Google Shape;2263;p28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46" name="Google Shape;2264;p28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247" name="Google Shape;2265;p28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48" name="Google Shape;2266;p28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49" name="Google Shape;2267;p28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50" name="Google Shape;2268;p28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251" name="Google Shape;2269;p28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52" name="Google Shape;2270;p28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53" name="Google Shape;2271;p28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54" name="Google Shape;2272;p28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255" name="Google Shape;2273;p28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56" name="Google Shape;2274;p28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57" name="Google Shape;2275;p28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58" name="Google Shape;2276;p28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259" name="Google Shape;2277;p28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60" name="Google Shape;2278;p28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61" name="Google Shape;2279;p28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62" name="Google Shape;2280;p28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263" name="Google Shape;2281;p28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64" name="Google Shape;2282;p28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65" name="Google Shape;2283;p28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66" name="Google Shape;2284;p28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267" name="Google Shape;2285;p28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68" name="Google Shape;2286;p28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69" name="Google Shape;2287;p28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70" name="Google Shape;2288;p28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4271" name="Google Shape;2289;p28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72" name="Google Shape;2290;p28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73" name="Google Shape;2291;p28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74" name="Google Shape;2292;p28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275" name="Google Shape;2293;p28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76" name="Google Shape;2294;p28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77" name="Google Shape;2295;p28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78" name="Google Shape;2296;p28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279" name="Google Shape;2297;p28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80" name="Google Shape;2298;p28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81" name="Google Shape;2299;p28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82" name="Google Shape;2300;p28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283" name="Google Shape;2301;p28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84" name="Google Shape;2302;p28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85" name="Google Shape;2303;p28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86" name="Google Shape;2304;p28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287" name="Google Shape;2305;p28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88" name="Google Shape;2306;p28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89" name="Google Shape;2307;p28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90" name="Google Shape;2308;p28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291" name="Google Shape;2309;p28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92" name="Google Shape;2310;p28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93" name="Google Shape;2311;p28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94" name="Google Shape;2312;p28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295" name="Google Shape;2313;p28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96" name="Google Shape;2314;p28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297" name="Google Shape;2315;p28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298" name="Google Shape;2316;p28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299" name="Google Shape;2317;p28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00" name="Google Shape;2318;p28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01" name="Google Shape;2319;p28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4302" name="Google Shape;2320;p28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303" name="Google Shape;2330;p28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4304" name="Google Shape;2331;p28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305" name="Google Shape;2332;p28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06" name="Google Shape;2333;p28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07" name="Google Shape;2334;p28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3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2" name="Google Shape;2239;p28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313" name="Google Shape;2240;p28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314" name="Google Shape;2241;p28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15" name="Google Shape;2242;p28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16" name="Google Shape;2243;p28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17" name="Google Shape;2244;p28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318" name="Google Shape;2245;p28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19" name="Google Shape;2246;p28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20" name="Google Shape;2247;p28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21" name="Google Shape;2248;p28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322" name="Google Shape;2249;p28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23" name="Google Shape;2250;p28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24" name="Google Shape;2251;p28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25" name="Google Shape;2252;p28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326" name="Google Shape;2253;p28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27" name="Google Shape;2254;p28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28" name="Google Shape;2255;p28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29" name="Google Shape;2256;p28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330" name="Google Shape;2257;p28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31" name="Google Shape;2258;p28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32" name="Google Shape;2259;p28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33" name="Google Shape;2260;p28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334" name="Google Shape;2261;p28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35" name="Google Shape;2262;p28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36" name="Google Shape;2263;p28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37" name="Google Shape;2264;p28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338" name="Google Shape;2265;p28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39" name="Google Shape;2266;p28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40" name="Google Shape;2267;p28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41" name="Google Shape;2268;p28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342" name="Google Shape;2269;p28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43" name="Google Shape;2270;p28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44" name="Google Shape;2271;p28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45" name="Google Shape;2272;p28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346" name="Google Shape;2273;p28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47" name="Google Shape;2274;p28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48" name="Google Shape;2275;p28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49" name="Google Shape;2276;p28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350" name="Google Shape;2277;p28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51" name="Google Shape;2278;p28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52" name="Google Shape;2279;p28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53" name="Google Shape;2280;p28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354" name="Google Shape;2281;p28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55" name="Google Shape;2282;p28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56" name="Google Shape;2283;p28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57" name="Google Shape;2284;p28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358" name="Google Shape;2285;p28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59" name="Google Shape;2286;p28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60" name="Google Shape;2287;p28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61" name="Google Shape;2288;p28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4362" name="Google Shape;2289;p28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63" name="Google Shape;2290;p28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64" name="Google Shape;2291;p28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65" name="Google Shape;2292;p28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366" name="Google Shape;2293;p28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67" name="Google Shape;2294;p28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68" name="Google Shape;2295;p28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69" name="Google Shape;2296;p28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370" name="Google Shape;2297;p28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71" name="Google Shape;2298;p28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72" name="Google Shape;2299;p28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73" name="Google Shape;2300;p28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374" name="Google Shape;2301;p28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75" name="Google Shape;2302;p28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76" name="Google Shape;2303;p28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77" name="Google Shape;2304;p28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378" name="Google Shape;2305;p28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79" name="Google Shape;2306;p28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80" name="Google Shape;2307;p28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81" name="Google Shape;2308;p28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382" name="Google Shape;2309;p28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83" name="Google Shape;2310;p28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84" name="Google Shape;2311;p28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85" name="Google Shape;2312;p28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386" name="Google Shape;2313;p28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87" name="Google Shape;2314;p28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88" name="Google Shape;2315;p28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389" name="Google Shape;2316;p28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390" name="Google Shape;2317;p28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91" name="Google Shape;2318;p28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392" name="Google Shape;2319;p28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4393" name="Google Shape;2320;p28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394" name="Google Shape;2330;p28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4395" name="Google Shape;2331;p28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396" name="Google Shape;2332;p28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97" name="Google Shape;2333;p28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98" name="Google Shape;2334;p28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3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" name="Google Shape;2239;p28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404" name="Google Shape;2240;p28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405" name="Google Shape;2241;p28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06" name="Google Shape;2242;p28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07" name="Google Shape;2243;p28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08" name="Google Shape;2244;p28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409" name="Google Shape;2245;p28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10" name="Google Shape;2246;p28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11" name="Google Shape;2247;p28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12" name="Google Shape;2248;p28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413" name="Google Shape;2249;p28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14" name="Google Shape;2250;p28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15" name="Google Shape;2251;p28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16" name="Google Shape;2252;p28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417" name="Google Shape;2253;p28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18" name="Google Shape;2254;p28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19" name="Google Shape;2255;p28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20" name="Google Shape;2256;p28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421" name="Google Shape;2257;p28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22" name="Google Shape;2258;p28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23" name="Google Shape;2259;p28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24" name="Google Shape;2260;p28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425" name="Google Shape;2261;p28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26" name="Google Shape;2262;p28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27" name="Google Shape;2263;p28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28" name="Google Shape;2264;p28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429" name="Google Shape;2265;p28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30" name="Google Shape;2266;p28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31" name="Google Shape;2267;p28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32" name="Google Shape;2268;p28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433" name="Google Shape;2269;p28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34" name="Google Shape;2270;p28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35" name="Google Shape;2271;p28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36" name="Google Shape;2272;p28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437" name="Google Shape;2273;p28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38" name="Google Shape;2274;p28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39" name="Google Shape;2275;p28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40" name="Google Shape;2276;p28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441" name="Google Shape;2277;p28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42" name="Google Shape;2278;p28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43" name="Google Shape;2279;p28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44" name="Google Shape;2280;p28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445" name="Google Shape;2281;p28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46" name="Google Shape;2282;p28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47" name="Google Shape;2283;p28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48" name="Google Shape;2284;p28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449" name="Google Shape;2285;p28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50" name="Google Shape;2286;p28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51" name="Google Shape;2287;p28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52" name="Google Shape;2288;p28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4453" name="Google Shape;2289;p28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54" name="Google Shape;2290;p28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55" name="Google Shape;2291;p28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56" name="Google Shape;2292;p28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457" name="Google Shape;2293;p28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58" name="Google Shape;2294;p28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59" name="Google Shape;2295;p28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60" name="Google Shape;2296;p28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461" name="Google Shape;2297;p28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62" name="Google Shape;2298;p28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63" name="Google Shape;2299;p28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64" name="Google Shape;2300;p28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465" name="Google Shape;2301;p28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66" name="Google Shape;2302;p28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67" name="Google Shape;2303;p28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68" name="Google Shape;2304;p28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469" name="Google Shape;2305;p28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70" name="Google Shape;2306;p28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71" name="Google Shape;2307;p28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72" name="Google Shape;2308;p28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473" name="Google Shape;2309;p28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74" name="Google Shape;2310;p28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75" name="Google Shape;2311;p28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76" name="Google Shape;2312;p28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477" name="Google Shape;2313;p28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78" name="Google Shape;2314;p28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79" name="Google Shape;2315;p28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80" name="Google Shape;2316;p28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481" name="Google Shape;2317;p28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82" name="Google Shape;2318;p28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83" name="Google Shape;2319;p28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4484" name="Google Shape;2320;p28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485" name="Google Shape;2330;p28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4486" name="Google Shape;2331;p28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87" name="Google Shape;2332;p28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88" name="Google Shape;2333;p28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89" name="Google Shape;2334;p28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0" name="Google Shape;2336;p29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491" name="Google Shape;2337;p29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492" name="Google Shape;2338;p29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93" name="Google Shape;2339;p29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94" name="Google Shape;2340;p29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95" name="Google Shape;2341;p29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496" name="Google Shape;2342;p29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97" name="Google Shape;2343;p29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98" name="Google Shape;2344;p29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499" name="Google Shape;2345;p29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500" name="Google Shape;2346;p29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01" name="Google Shape;2347;p29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02" name="Google Shape;2348;p29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03" name="Google Shape;2349;p29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504" name="Google Shape;2350;p29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05" name="Google Shape;2351;p29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06" name="Google Shape;2352;p29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07" name="Google Shape;2353;p29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508" name="Google Shape;2354;p29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09" name="Google Shape;2355;p29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10" name="Google Shape;2356;p29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11" name="Google Shape;2357;p29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512" name="Google Shape;2358;p29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13" name="Google Shape;2359;p29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14" name="Google Shape;2360;p29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15" name="Google Shape;2361;p29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516" name="Google Shape;2362;p29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17" name="Google Shape;2363;p29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18" name="Google Shape;2364;p29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19" name="Google Shape;2365;p29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520" name="Google Shape;2366;p29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21" name="Google Shape;2367;p29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22" name="Google Shape;2368;p29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23" name="Google Shape;2369;p29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524" name="Google Shape;2370;p29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25" name="Google Shape;2371;p29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26" name="Google Shape;2372;p29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27" name="Google Shape;2373;p29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528" name="Google Shape;2374;p29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29" name="Google Shape;2375;p29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30" name="Google Shape;2376;p29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31" name="Google Shape;2377;p29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532" name="Google Shape;2378;p29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33" name="Google Shape;2379;p29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34" name="Google Shape;2380;p29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35" name="Google Shape;2381;p29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536" name="Google Shape;2382;p29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37" name="Google Shape;2383;p29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38" name="Google Shape;2384;p29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39" name="Google Shape;2385;p29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4540" name="Google Shape;2386;p29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41" name="Google Shape;2387;p29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42" name="Google Shape;2388;p29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43" name="Google Shape;2389;p29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544" name="Google Shape;2390;p29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45" name="Google Shape;2391;p29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46" name="Google Shape;2392;p29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47" name="Google Shape;2393;p29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548" name="Google Shape;2394;p29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49" name="Google Shape;2395;p29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50" name="Google Shape;2396;p29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51" name="Google Shape;2397;p29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552" name="Google Shape;2398;p29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53" name="Google Shape;2399;p29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54" name="Google Shape;2400;p29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55" name="Google Shape;2401;p29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556" name="Google Shape;2402;p29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57" name="Google Shape;2403;p29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58" name="Google Shape;2404;p29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59" name="Google Shape;2405;p29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560" name="Google Shape;2406;p29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61" name="Google Shape;2407;p29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62" name="Google Shape;2408;p29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63" name="Google Shape;2409;p29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564" name="Google Shape;2410;p29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65" name="Google Shape;2411;p29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66" name="Google Shape;2412;p29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67" name="Google Shape;2413;p29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568" name="Google Shape;2414;p29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69" name="Google Shape;2415;p29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70" name="Google Shape;2416;p29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4571" name="Google Shape;2417;p29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572" name="Google Shape;2431;p29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4573" name="Google Shape;2432;p29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574" name="Google Shape;2433;p29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75" name="Google Shape;2434;p29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76" name="Google Shape;2435;p29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5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1" name="Google Shape;2336;p29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582" name="Google Shape;2337;p29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583" name="Google Shape;2338;p29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84" name="Google Shape;2339;p29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85" name="Google Shape;2340;p29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86" name="Google Shape;2341;p29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587" name="Google Shape;2342;p29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88" name="Google Shape;2343;p29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89" name="Google Shape;2344;p29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90" name="Google Shape;2345;p29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591" name="Google Shape;2346;p29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92" name="Google Shape;2347;p29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93" name="Google Shape;2348;p29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94" name="Google Shape;2349;p29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595" name="Google Shape;2350;p29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96" name="Google Shape;2351;p29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597" name="Google Shape;2352;p29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598" name="Google Shape;2353;p29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599" name="Google Shape;2354;p29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00" name="Google Shape;2355;p29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01" name="Google Shape;2356;p29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02" name="Google Shape;2357;p29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603" name="Google Shape;2358;p29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04" name="Google Shape;2359;p29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05" name="Google Shape;2360;p29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06" name="Google Shape;2361;p29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607" name="Google Shape;2362;p29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08" name="Google Shape;2363;p29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09" name="Google Shape;2364;p29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10" name="Google Shape;2365;p29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611" name="Google Shape;2366;p29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12" name="Google Shape;2367;p29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13" name="Google Shape;2368;p29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14" name="Google Shape;2369;p29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615" name="Google Shape;2370;p29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16" name="Google Shape;2371;p29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17" name="Google Shape;2372;p29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18" name="Google Shape;2373;p29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619" name="Google Shape;2374;p29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20" name="Google Shape;2375;p29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21" name="Google Shape;2376;p29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22" name="Google Shape;2377;p29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623" name="Google Shape;2378;p29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24" name="Google Shape;2379;p29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25" name="Google Shape;2380;p29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26" name="Google Shape;2381;p29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627" name="Google Shape;2382;p29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28" name="Google Shape;2383;p29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29" name="Google Shape;2384;p29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30" name="Google Shape;2385;p29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4631" name="Google Shape;2386;p29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32" name="Google Shape;2387;p29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33" name="Google Shape;2388;p29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34" name="Google Shape;2389;p29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635" name="Google Shape;2390;p29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36" name="Google Shape;2391;p29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37" name="Google Shape;2392;p29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38" name="Google Shape;2393;p29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639" name="Google Shape;2394;p29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40" name="Google Shape;2395;p29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41" name="Google Shape;2396;p29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42" name="Google Shape;2397;p29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643" name="Google Shape;2398;p29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44" name="Google Shape;2399;p29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45" name="Google Shape;2400;p29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46" name="Google Shape;2401;p29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647" name="Google Shape;2402;p29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48" name="Google Shape;2403;p29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49" name="Google Shape;2404;p29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50" name="Google Shape;2405;p29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651" name="Google Shape;2406;p29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52" name="Google Shape;2407;p29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53" name="Google Shape;2408;p29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54" name="Google Shape;2409;p29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655" name="Google Shape;2410;p29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56" name="Google Shape;2411;p29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57" name="Google Shape;2412;p29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58" name="Google Shape;2413;p29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659" name="Google Shape;2414;p29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60" name="Google Shape;2415;p29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61" name="Google Shape;2416;p29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4662" name="Google Shape;2417;p29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663" name="Google Shape;2431;p29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4664" name="Google Shape;2432;p29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65" name="Google Shape;2433;p29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66" name="Google Shape;2434;p29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67" name="Google Shape;2435;p29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6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2" name="Google Shape;2336;p29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673" name="Google Shape;2337;p29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674" name="Google Shape;2338;p29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75" name="Google Shape;2339;p29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76" name="Google Shape;2340;p29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77" name="Google Shape;2341;p29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678" name="Google Shape;2342;p29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79" name="Google Shape;2343;p29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80" name="Google Shape;2344;p29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81" name="Google Shape;2345;p29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682" name="Google Shape;2346;p29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83" name="Google Shape;2347;p29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84" name="Google Shape;2348;p29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85" name="Google Shape;2349;p29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686" name="Google Shape;2350;p29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87" name="Google Shape;2351;p29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88" name="Google Shape;2352;p29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89" name="Google Shape;2353;p29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690" name="Google Shape;2354;p29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91" name="Google Shape;2355;p29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92" name="Google Shape;2356;p29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93" name="Google Shape;2357;p29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694" name="Google Shape;2358;p29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95" name="Google Shape;2359;p29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96" name="Google Shape;2360;p29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697" name="Google Shape;2361;p29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698" name="Google Shape;2362;p29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699" name="Google Shape;2363;p29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00" name="Google Shape;2364;p29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01" name="Google Shape;2365;p29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702" name="Google Shape;2366;p29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03" name="Google Shape;2367;p29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04" name="Google Shape;2368;p29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05" name="Google Shape;2369;p29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706" name="Google Shape;2370;p29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07" name="Google Shape;2371;p29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08" name="Google Shape;2372;p29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09" name="Google Shape;2373;p29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710" name="Google Shape;2374;p29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11" name="Google Shape;2375;p29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12" name="Google Shape;2376;p29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13" name="Google Shape;2377;p29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714" name="Google Shape;2378;p29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15" name="Google Shape;2379;p29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16" name="Google Shape;2380;p29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17" name="Google Shape;2381;p29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718" name="Google Shape;2382;p29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19" name="Google Shape;2383;p29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20" name="Google Shape;2384;p29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21" name="Google Shape;2385;p29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4722" name="Google Shape;2386;p29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23" name="Google Shape;2387;p29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24" name="Google Shape;2388;p29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25" name="Google Shape;2389;p29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726" name="Google Shape;2390;p29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27" name="Google Shape;2391;p29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28" name="Google Shape;2392;p29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29" name="Google Shape;2393;p29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730" name="Google Shape;2394;p29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31" name="Google Shape;2395;p29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32" name="Google Shape;2396;p29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33" name="Google Shape;2397;p29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734" name="Google Shape;2398;p29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35" name="Google Shape;2399;p29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36" name="Google Shape;2400;p29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37" name="Google Shape;2401;p29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738" name="Google Shape;2402;p29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39" name="Google Shape;2403;p29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40" name="Google Shape;2404;p29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41" name="Google Shape;2405;p29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742" name="Google Shape;2406;p29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43" name="Google Shape;2407;p29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44" name="Google Shape;2408;p29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45" name="Google Shape;2409;p29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746" name="Google Shape;2410;p29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47" name="Google Shape;2411;p29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48" name="Google Shape;2412;p29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49" name="Google Shape;2413;p29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750" name="Google Shape;2414;p29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51" name="Google Shape;2415;p29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52" name="Google Shape;2416;p29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4753" name="Google Shape;2417;p29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754" name="Google Shape;2431;p29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4755" name="Google Shape;2432;p29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756" name="Google Shape;2433;p29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57" name="Google Shape;2434;p29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58" name="Google Shape;2435;p29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7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1" name="Google Shape;2437;p30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762" name="Google Shape;2438;p30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763" name="Google Shape;2439;p30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64" name="Google Shape;2440;p30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65" name="Google Shape;2441;p30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66" name="Google Shape;2442;p30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767" name="Google Shape;2443;p30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68" name="Google Shape;2444;p30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69" name="Google Shape;2445;p30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70" name="Google Shape;2446;p30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771" name="Google Shape;2447;p30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72" name="Google Shape;2448;p30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73" name="Google Shape;2449;p30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74" name="Google Shape;2450;p30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775" name="Google Shape;2451;p30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76" name="Google Shape;2452;p30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77" name="Google Shape;2453;p30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78" name="Google Shape;2454;p30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779" name="Google Shape;2455;p30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80" name="Google Shape;2456;p30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81" name="Google Shape;2457;p30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82" name="Google Shape;2458;p30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783" name="Google Shape;2459;p30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84" name="Google Shape;2460;p30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85" name="Google Shape;2461;p30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86" name="Google Shape;2462;p30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787" name="Google Shape;2463;p30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88" name="Google Shape;2464;p30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89" name="Google Shape;2465;p30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90" name="Google Shape;2466;p30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791" name="Google Shape;2467;p30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92" name="Google Shape;2468;p30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93" name="Google Shape;2469;p30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94" name="Google Shape;2470;p30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795" name="Google Shape;2471;p30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96" name="Google Shape;2472;p30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797" name="Google Shape;2473;p30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798" name="Google Shape;2474;p30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799" name="Google Shape;2475;p30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00" name="Google Shape;2476;p30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01" name="Google Shape;2477;p30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02" name="Google Shape;2478;p30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803" name="Google Shape;2479;p30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04" name="Google Shape;2480;p30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05" name="Google Shape;2481;p30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06" name="Google Shape;2482;p30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807" name="Google Shape;2483;p30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08" name="Google Shape;2484;p30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09" name="Google Shape;2485;p30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10" name="Google Shape;2486;p30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4811" name="Google Shape;2487;p30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12" name="Google Shape;2488;p30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13" name="Google Shape;2489;p30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14" name="Google Shape;2490;p30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815" name="Google Shape;2491;p30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16" name="Google Shape;2492;p30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17" name="Google Shape;2493;p30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18" name="Google Shape;2494;p30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819" name="Google Shape;2495;p30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20" name="Google Shape;2496;p30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21" name="Google Shape;2497;p30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22" name="Google Shape;2498;p30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823" name="Google Shape;2499;p30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24" name="Google Shape;2500;p30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25" name="Google Shape;2501;p30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26" name="Google Shape;2502;p30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827" name="Google Shape;2503;p30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28" name="Google Shape;2504;p30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29" name="Google Shape;2505;p30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30" name="Google Shape;2506;p30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831" name="Google Shape;2507;p30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32" name="Google Shape;2508;p30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33" name="Google Shape;2509;p30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34" name="Google Shape;2510;p30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835" name="Google Shape;2511;p30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36" name="Google Shape;2512;p30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37" name="Google Shape;2513;p30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38" name="Google Shape;2514;p30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839" name="Google Shape;2515;p30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40" name="Google Shape;2516;p30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41" name="Google Shape;2517;p30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4842" name="Google Shape;2518;p30" descr=""/>
          <p:cNvPicPr/>
          <p:nvPr/>
        </p:nvPicPr>
        <p:blipFill>
          <a:blip r:embed="rId2"/>
          <a:srcRect l="0" t="0" r="0" b="11855"/>
          <a:stretch/>
        </p:blipFill>
        <p:spPr>
          <a:xfrm rot="5400000">
            <a:off x="-794160" y="2916720"/>
            <a:ext cx="3024360" cy="1417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4843" name="Google Shape;2519;p30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844" name="Google Shape;2526;p30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4845" name="Google Shape;2527;p30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46" name="Google Shape;2528;p30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47" name="Google Shape;2529;p30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48" name="Google Shape;2530;p30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49" name="Google Shape;2531;p30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50" name="Google Shape;2532;p30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51" name="Google Shape;2533;p30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52" name="Google Shape;2534;p30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8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5" r:id="rId3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7" name="Google Shape;2437;p30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858" name="Google Shape;2438;p30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859" name="Google Shape;2439;p30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60" name="Google Shape;2440;p30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61" name="Google Shape;2441;p30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62" name="Google Shape;2442;p30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863" name="Google Shape;2443;p30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64" name="Google Shape;2444;p30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65" name="Google Shape;2445;p30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66" name="Google Shape;2446;p30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867" name="Google Shape;2447;p30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68" name="Google Shape;2448;p30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69" name="Google Shape;2449;p30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70" name="Google Shape;2450;p30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871" name="Google Shape;2451;p30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72" name="Google Shape;2452;p30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73" name="Google Shape;2453;p30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74" name="Google Shape;2454;p30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875" name="Google Shape;2455;p30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76" name="Google Shape;2456;p30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77" name="Google Shape;2457;p30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78" name="Google Shape;2458;p30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879" name="Google Shape;2459;p30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80" name="Google Shape;2460;p30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81" name="Google Shape;2461;p30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82" name="Google Shape;2462;p30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883" name="Google Shape;2463;p30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84" name="Google Shape;2464;p30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85" name="Google Shape;2465;p30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86" name="Google Shape;2466;p30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887" name="Google Shape;2467;p30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88" name="Google Shape;2468;p30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89" name="Google Shape;2469;p30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90" name="Google Shape;2470;p30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891" name="Google Shape;2471;p30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92" name="Google Shape;2472;p30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93" name="Google Shape;2473;p30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94" name="Google Shape;2474;p30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895" name="Google Shape;2475;p30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96" name="Google Shape;2476;p30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897" name="Google Shape;2477;p30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898" name="Google Shape;2478;p30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899" name="Google Shape;2479;p30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00" name="Google Shape;2480;p30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01" name="Google Shape;2481;p30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02" name="Google Shape;2482;p30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903" name="Google Shape;2483;p30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04" name="Google Shape;2484;p30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05" name="Google Shape;2485;p30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06" name="Google Shape;2486;p30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4907" name="Google Shape;2487;p30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08" name="Google Shape;2488;p30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09" name="Google Shape;2489;p30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10" name="Google Shape;2490;p30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4911" name="Google Shape;2491;p30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12" name="Google Shape;2492;p30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13" name="Google Shape;2493;p30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14" name="Google Shape;2494;p30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4915" name="Google Shape;2495;p30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16" name="Google Shape;2496;p30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17" name="Google Shape;2497;p30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18" name="Google Shape;2498;p30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4919" name="Google Shape;2499;p30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20" name="Google Shape;2500;p30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21" name="Google Shape;2501;p30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22" name="Google Shape;2502;p30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4923" name="Google Shape;2503;p30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24" name="Google Shape;2504;p30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25" name="Google Shape;2505;p30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26" name="Google Shape;2506;p30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4927" name="Google Shape;2507;p30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28" name="Google Shape;2508;p30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29" name="Google Shape;2509;p30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30" name="Google Shape;2510;p30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4931" name="Google Shape;2511;p30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32" name="Google Shape;2512;p30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33" name="Google Shape;2513;p30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34" name="Google Shape;2514;p30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4935" name="Google Shape;2515;p30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36" name="Google Shape;2516;p30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37" name="Google Shape;2517;p30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4938" name="Google Shape;2518;p30" descr=""/>
          <p:cNvPicPr/>
          <p:nvPr/>
        </p:nvPicPr>
        <p:blipFill>
          <a:blip r:embed="rId2"/>
          <a:srcRect l="0" t="0" r="0" b="11855"/>
          <a:stretch/>
        </p:blipFill>
        <p:spPr>
          <a:xfrm rot="5400000">
            <a:off x="-794160" y="2916720"/>
            <a:ext cx="3024360" cy="1417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4939" name="Google Shape;2519;p30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940" name="Google Shape;2526;p30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4941" name="Google Shape;2527;p30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42" name="Google Shape;2528;p30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43" name="Google Shape;2529;p30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44" name="Google Shape;2530;p30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45" name="Google Shape;2531;p30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46" name="Google Shape;2532;p30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47" name="Google Shape;2533;p30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48" name="Google Shape;2534;p30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9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7" r:id="rId3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3" name="Google Shape;2437;p30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4954" name="Google Shape;2438;p30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4955" name="Google Shape;2439;p30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56" name="Google Shape;2440;p30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57" name="Google Shape;2441;p30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58" name="Google Shape;2442;p30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4959" name="Google Shape;2443;p30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60" name="Google Shape;2444;p30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61" name="Google Shape;2445;p30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62" name="Google Shape;2446;p30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4963" name="Google Shape;2447;p30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64" name="Google Shape;2448;p30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65" name="Google Shape;2449;p30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66" name="Google Shape;2450;p30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4967" name="Google Shape;2451;p30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68" name="Google Shape;2452;p30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69" name="Google Shape;2453;p30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70" name="Google Shape;2454;p30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4971" name="Google Shape;2455;p30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72" name="Google Shape;2456;p30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73" name="Google Shape;2457;p30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74" name="Google Shape;2458;p30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4975" name="Google Shape;2459;p30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76" name="Google Shape;2460;p30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77" name="Google Shape;2461;p30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78" name="Google Shape;2462;p30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4979" name="Google Shape;2463;p30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80" name="Google Shape;2464;p30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81" name="Google Shape;2465;p30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82" name="Google Shape;2466;p30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4983" name="Google Shape;2467;p30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84" name="Google Shape;2468;p30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85" name="Google Shape;2469;p30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86" name="Google Shape;2470;p30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4987" name="Google Shape;2471;p30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88" name="Google Shape;2472;p30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89" name="Google Shape;2473;p30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90" name="Google Shape;2474;p30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4991" name="Google Shape;2475;p30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92" name="Google Shape;2476;p30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93" name="Google Shape;2477;p30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94" name="Google Shape;2478;p30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4995" name="Google Shape;2479;p30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96" name="Google Shape;2480;p30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997" name="Google Shape;2481;p30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4998" name="Google Shape;2482;p30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4999" name="Google Shape;2483;p30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00" name="Google Shape;2484;p30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01" name="Google Shape;2485;p30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02" name="Google Shape;2486;p30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003" name="Google Shape;2487;p30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04" name="Google Shape;2488;p30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05" name="Google Shape;2489;p30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06" name="Google Shape;2490;p30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007" name="Google Shape;2491;p30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08" name="Google Shape;2492;p30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09" name="Google Shape;2493;p30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10" name="Google Shape;2494;p30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011" name="Google Shape;2495;p30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12" name="Google Shape;2496;p30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13" name="Google Shape;2497;p30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14" name="Google Shape;2498;p30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015" name="Google Shape;2499;p30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16" name="Google Shape;2500;p30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17" name="Google Shape;2501;p30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18" name="Google Shape;2502;p30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019" name="Google Shape;2503;p30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20" name="Google Shape;2504;p30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21" name="Google Shape;2505;p30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22" name="Google Shape;2506;p30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023" name="Google Shape;2507;p30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24" name="Google Shape;2508;p30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25" name="Google Shape;2509;p30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26" name="Google Shape;2510;p30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027" name="Google Shape;2511;p30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28" name="Google Shape;2512;p30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29" name="Google Shape;2513;p30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30" name="Google Shape;2514;p30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031" name="Google Shape;2515;p30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32" name="Google Shape;2516;p30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33" name="Google Shape;2517;p30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5034" name="Google Shape;2518;p30" descr=""/>
          <p:cNvPicPr/>
          <p:nvPr/>
        </p:nvPicPr>
        <p:blipFill>
          <a:blip r:embed="rId2"/>
          <a:srcRect l="0" t="0" r="0" b="11855"/>
          <a:stretch/>
        </p:blipFill>
        <p:spPr>
          <a:xfrm rot="5400000">
            <a:off x="-794160" y="2916720"/>
            <a:ext cx="3024360" cy="1417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5035" name="Google Shape;2519;p30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5036" name="Google Shape;2526;p30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5037" name="Google Shape;2527;p30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38" name="Google Shape;2528;p30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39" name="Google Shape;2529;p30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40" name="Google Shape;2530;p30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41" name="Google Shape;2531;p30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42" name="Google Shape;2532;p30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43" name="Google Shape;2533;p30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44" name="Google Shape;2534;p30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9" r:id="rId3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5" name="Google Shape;190;p4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046" name="Google Shape;191;p4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047" name="Google Shape;192;p4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48" name="Google Shape;193;p4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49" name="Google Shape;194;p4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50" name="Google Shape;195;p4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051" name="Google Shape;196;p4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52" name="Google Shape;197;p4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53" name="Google Shape;198;p4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54" name="Google Shape;199;p4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055" name="Google Shape;200;p4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56" name="Google Shape;201;p4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57" name="Google Shape;202;p4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58" name="Google Shape;203;p4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059" name="Google Shape;204;p4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60" name="Google Shape;205;p4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61" name="Google Shape;206;p4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62" name="Google Shape;207;p4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063" name="Google Shape;208;p4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64" name="Google Shape;209;p4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65" name="Google Shape;210;p4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66" name="Google Shape;211;p4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067" name="Google Shape;212;p4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68" name="Google Shape;213;p4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69" name="Google Shape;214;p4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70" name="Google Shape;215;p4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071" name="Google Shape;216;p4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72" name="Google Shape;217;p4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73" name="Google Shape;218;p4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74" name="Google Shape;219;p4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075" name="Google Shape;220;p4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76" name="Google Shape;221;p4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77" name="Google Shape;222;p4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78" name="Google Shape;223;p4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079" name="Google Shape;224;p4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80" name="Google Shape;225;p4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81" name="Google Shape;226;p4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82" name="Google Shape;227;p4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083" name="Google Shape;228;p4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84" name="Google Shape;229;p4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85" name="Google Shape;230;p4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86" name="Google Shape;231;p4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087" name="Google Shape;232;p4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88" name="Google Shape;233;p4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89" name="Google Shape;234;p4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90" name="Google Shape;235;p4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091" name="Google Shape;236;p4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92" name="Google Shape;237;p4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93" name="Google Shape;238;p4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94" name="Google Shape;239;p4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095" name="Google Shape;240;p4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96" name="Google Shape;241;p4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097" name="Google Shape;242;p4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098" name="Google Shape;243;p4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099" name="Google Shape;244;p4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00" name="Google Shape;245;p4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01" name="Google Shape;246;p4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02" name="Google Shape;247;p4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103" name="Google Shape;248;p4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04" name="Google Shape;249;p4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05" name="Google Shape;250;p4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06" name="Google Shape;251;p4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107" name="Google Shape;252;p4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08" name="Google Shape;253;p4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09" name="Google Shape;254;p4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10" name="Google Shape;255;p4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111" name="Google Shape;256;p4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12" name="Google Shape;257;p4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13" name="Google Shape;258;p4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14" name="Google Shape;259;p4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115" name="Google Shape;260;p4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16" name="Google Shape;261;p4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17" name="Google Shape;262;p4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18" name="Google Shape;263;p4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119" name="Google Shape;264;p4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20" name="Google Shape;265;p4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21" name="Google Shape;266;p4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22" name="Google Shape;267;p4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123" name="Google Shape;268;p4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24" name="Google Shape;269;p4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25" name="Google Shape;270;p4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5126" name="Google Shape;271;p4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5127" name="Google Shape;272;p4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5128" name="Google Shape;273;p4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29" name="Google Shape;274;p4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130" name="Google Shape;275;p4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131" name="Google Shape;276;p4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6" name="Google Shape;2536;p31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137" name="Google Shape;2537;p31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138" name="Google Shape;2538;p31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39" name="Google Shape;2539;p31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40" name="Google Shape;2540;p31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41" name="Google Shape;2541;p31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142" name="Google Shape;2542;p31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43" name="Google Shape;2543;p31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44" name="Google Shape;2544;p31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45" name="Google Shape;2545;p31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146" name="Google Shape;2546;p31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47" name="Google Shape;2547;p31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48" name="Google Shape;2548;p31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49" name="Google Shape;2549;p31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150" name="Google Shape;2550;p31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51" name="Google Shape;2551;p31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52" name="Google Shape;2552;p31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53" name="Google Shape;2553;p31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154" name="Google Shape;2554;p31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55" name="Google Shape;2555;p31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56" name="Google Shape;2556;p31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57" name="Google Shape;2557;p31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158" name="Google Shape;2558;p31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59" name="Google Shape;2559;p31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60" name="Google Shape;2560;p31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61" name="Google Shape;2561;p31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162" name="Google Shape;2562;p31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63" name="Google Shape;2563;p31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64" name="Google Shape;2564;p31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65" name="Google Shape;2565;p31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166" name="Google Shape;2566;p31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67" name="Google Shape;2567;p31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68" name="Google Shape;2568;p31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69" name="Google Shape;2569;p31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170" name="Google Shape;2570;p31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71" name="Google Shape;2571;p31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72" name="Google Shape;2572;p31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73" name="Google Shape;2573;p31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174" name="Google Shape;2574;p31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75" name="Google Shape;2575;p31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76" name="Google Shape;2576;p31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77" name="Google Shape;2577;p31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178" name="Google Shape;2578;p31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79" name="Google Shape;2579;p31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80" name="Google Shape;2580;p31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81" name="Google Shape;2581;p31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182" name="Google Shape;2582;p31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83" name="Google Shape;2583;p31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84" name="Google Shape;2584;p31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85" name="Google Shape;2585;p31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186" name="Google Shape;2586;p31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87" name="Google Shape;2587;p31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88" name="Google Shape;2588;p31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89" name="Google Shape;2589;p31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190" name="Google Shape;2590;p31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91" name="Google Shape;2591;p31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92" name="Google Shape;2592;p31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93" name="Google Shape;2593;p31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194" name="Google Shape;2594;p31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95" name="Google Shape;2595;p31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96" name="Google Shape;2596;p31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197" name="Google Shape;2597;p31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198" name="Google Shape;2598;p31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199" name="Google Shape;2599;p31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00" name="Google Shape;2600;p31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01" name="Google Shape;2601;p31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202" name="Google Shape;2602;p31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03" name="Google Shape;2603;p31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04" name="Google Shape;2604;p31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05" name="Google Shape;2605;p31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206" name="Google Shape;2606;p31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07" name="Google Shape;2607;p31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08" name="Google Shape;2608;p31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09" name="Google Shape;2609;p31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210" name="Google Shape;2610;p31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11" name="Google Shape;2611;p31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12" name="Google Shape;2612;p31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13" name="Google Shape;2613;p31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214" name="Google Shape;2614;p31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15" name="Google Shape;2615;p31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16" name="Google Shape;2616;p31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5217" name="Google Shape;2617;p31" descr=""/>
          <p:cNvPicPr/>
          <p:nvPr/>
        </p:nvPicPr>
        <p:blipFill>
          <a:blip r:embed="rId2"/>
          <a:srcRect l="0" t="0" r="0" b="11855"/>
          <a:stretch/>
        </p:blipFill>
        <p:spPr>
          <a:xfrm flipH="1">
            <a:off x="3240" y="3250440"/>
            <a:ext cx="4057920" cy="190296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5218" name="Google Shape;2618;p31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19" name="Google Shape;2621;p31"/>
          <p:cNvSpPr/>
          <p:nvPr/>
        </p:nvSpPr>
        <p:spPr>
          <a:xfrm>
            <a:off x="2099160" y="3459600"/>
            <a:ext cx="49424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CREDITS:</a:t>
            </a: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 This presentation template was created by </a:t>
            </a:r>
            <a:r>
              <a:rPr b="1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3"/>
              </a:rPr>
              <a:t>Slidesgo</a:t>
            </a: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, and includes icons by </a:t>
            </a:r>
            <a:r>
              <a:rPr b="1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4"/>
              </a:rPr>
              <a:t>Flaticon</a:t>
            </a: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, and infographics &amp; images by </a:t>
            </a:r>
            <a:r>
              <a:rPr b="1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5"/>
              </a:rPr>
              <a:t>Freepik</a:t>
            </a:r>
            <a:r>
              <a:rPr b="0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3" r:id="rId6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" name="Google Shape;2536;p31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223" name="Google Shape;2537;p31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224" name="Google Shape;2538;p31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25" name="Google Shape;2539;p31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26" name="Google Shape;2540;p31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27" name="Google Shape;2541;p31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228" name="Google Shape;2542;p31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29" name="Google Shape;2543;p31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30" name="Google Shape;2544;p31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31" name="Google Shape;2545;p31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232" name="Google Shape;2546;p31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33" name="Google Shape;2547;p31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34" name="Google Shape;2548;p31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35" name="Google Shape;2549;p31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236" name="Google Shape;2550;p31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37" name="Google Shape;2551;p31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38" name="Google Shape;2552;p31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39" name="Google Shape;2553;p31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240" name="Google Shape;2554;p31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41" name="Google Shape;2555;p31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42" name="Google Shape;2556;p31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43" name="Google Shape;2557;p31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244" name="Google Shape;2558;p31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45" name="Google Shape;2559;p31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46" name="Google Shape;2560;p31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47" name="Google Shape;2561;p31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248" name="Google Shape;2562;p31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49" name="Google Shape;2563;p31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50" name="Google Shape;2564;p31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51" name="Google Shape;2565;p31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252" name="Google Shape;2566;p31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53" name="Google Shape;2567;p31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54" name="Google Shape;2568;p31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55" name="Google Shape;2569;p31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256" name="Google Shape;2570;p31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57" name="Google Shape;2571;p31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58" name="Google Shape;2572;p31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59" name="Google Shape;2573;p31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260" name="Google Shape;2574;p31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61" name="Google Shape;2575;p31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62" name="Google Shape;2576;p31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63" name="Google Shape;2577;p31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264" name="Google Shape;2578;p31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65" name="Google Shape;2579;p31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66" name="Google Shape;2580;p31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67" name="Google Shape;2581;p31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268" name="Google Shape;2582;p31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69" name="Google Shape;2583;p31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70" name="Google Shape;2584;p31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71" name="Google Shape;2585;p31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272" name="Google Shape;2586;p31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73" name="Google Shape;2587;p31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74" name="Google Shape;2588;p31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75" name="Google Shape;2589;p31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276" name="Google Shape;2590;p31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77" name="Google Shape;2591;p31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78" name="Google Shape;2592;p31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79" name="Google Shape;2593;p31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280" name="Google Shape;2594;p31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81" name="Google Shape;2595;p31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82" name="Google Shape;2596;p31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83" name="Google Shape;2597;p31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284" name="Google Shape;2598;p31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85" name="Google Shape;2599;p31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86" name="Google Shape;2600;p31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87" name="Google Shape;2601;p31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288" name="Google Shape;2602;p31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89" name="Google Shape;2603;p31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90" name="Google Shape;2604;p31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91" name="Google Shape;2605;p31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292" name="Google Shape;2606;p31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93" name="Google Shape;2607;p31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94" name="Google Shape;2608;p31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95" name="Google Shape;2609;p31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296" name="Google Shape;2610;p31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97" name="Google Shape;2611;p31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298" name="Google Shape;2612;p31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299" name="Google Shape;2613;p31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300" name="Google Shape;2614;p31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01" name="Google Shape;2615;p31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02" name="Google Shape;2616;p31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5303" name="Google Shape;2617;p31" descr=""/>
          <p:cNvPicPr/>
          <p:nvPr/>
        </p:nvPicPr>
        <p:blipFill>
          <a:blip r:embed="rId2"/>
          <a:srcRect l="0" t="0" r="0" b="11855"/>
          <a:stretch/>
        </p:blipFill>
        <p:spPr>
          <a:xfrm flipH="1">
            <a:off x="3240" y="3250440"/>
            <a:ext cx="4057920" cy="190296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5304" name="Google Shape;2618;p31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05" name="Google Shape;2621;p31"/>
          <p:cNvSpPr/>
          <p:nvPr/>
        </p:nvSpPr>
        <p:spPr>
          <a:xfrm>
            <a:off x="2099160" y="3459600"/>
            <a:ext cx="49424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CREDITS:</a:t>
            </a: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 This presentation template was created by </a:t>
            </a:r>
            <a:r>
              <a:rPr b="1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3"/>
              </a:rPr>
              <a:t>Slidesgo</a:t>
            </a: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, and includes icons by </a:t>
            </a:r>
            <a:r>
              <a:rPr b="1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4"/>
              </a:rPr>
              <a:t>Flaticon</a:t>
            </a: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, and infographics &amp; images by </a:t>
            </a:r>
            <a:r>
              <a:rPr b="1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5"/>
              </a:rPr>
              <a:t>Freepik</a:t>
            </a:r>
            <a:r>
              <a:rPr b="0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5" r:id="rId6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8" name="Google Shape;2536;p31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309" name="Google Shape;2537;p31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310" name="Google Shape;2538;p31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11" name="Google Shape;2539;p31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12" name="Google Shape;2540;p31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13" name="Google Shape;2541;p31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314" name="Google Shape;2542;p31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15" name="Google Shape;2543;p31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16" name="Google Shape;2544;p31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17" name="Google Shape;2545;p31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318" name="Google Shape;2546;p31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19" name="Google Shape;2547;p31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20" name="Google Shape;2548;p31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21" name="Google Shape;2549;p31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322" name="Google Shape;2550;p31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23" name="Google Shape;2551;p31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24" name="Google Shape;2552;p31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25" name="Google Shape;2553;p31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326" name="Google Shape;2554;p31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27" name="Google Shape;2555;p31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28" name="Google Shape;2556;p31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29" name="Google Shape;2557;p31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330" name="Google Shape;2558;p31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31" name="Google Shape;2559;p31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32" name="Google Shape;2560;p31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33" name="Google Shape;2561;p31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334" name="Google Shape;2562;p31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35" name="Google Shape;2563;p31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36" name="Google Shape;2564;p31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37" name="Google Shape;2565;p31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338" name="Google Shape;2566;p31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39" name="Google Shape;2567;p31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40" name="Google Shape;2568;p31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41" name="Google Shape;2569;p31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342" name="Google Shape;2570;p31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43" name="Google Shape;2571;p31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44" name="Google Shape;2572;p31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45" name="Google Shape;2573;p31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346" name="Google Shape;2574;p31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47" name="Google Shape;2575;p31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48" name="Google Shape;2576;p31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49" name="Google Shape;2577;p31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350" name="Google Shape;2578;p31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51" name="Google Shape;2579;p31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52" name="Google Shape;2580;p31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53" name="Google Shape;2581;p31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354" name="Google Shape;2582;p31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55" name="Google Shape;2583;p31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56" name="Google Shape;2584;p31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57" name="Google Shape;2585;p31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358" name="Google Shape;2586;p31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59" name="Google Shape;2587;p31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60" name="Google Shape;2588;p31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61" name="Google Shape;2589;p31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362" name="Google Shape;2590;p31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63" name="Google Shape;2591;p31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64" name="Google Shape;2592;p31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65" name="Google Shape;2593;p31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366" name="Google Shape;2594;p31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67" name="Google Shape;2595;p31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68" name="Google Shape;2596;p31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69" name="Google Shape;2597;p31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370" name="Google Shape;2598;p31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71" name="Google Shape;2599;p31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72" name="Google Shape;2600;p31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73" name="Google Shape;2601;p31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374" name="Google Shape;2602;p31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75" name="Google Shape;2603;p31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76" name="Google Shape;2604;p31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77" name="Google Shape;2605;p31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378" name="Google Shape;2606;p31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79" name="Google Shape;2607;p31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80" name="Google Shape;2608;p31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81" name="Google Shape;2609;p31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382" name="Google Shape;2610;p31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83" name="Google Shape;2611;p31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84" name="Google Shape;2612;p31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85" name="Google Shape;2613;p31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386" name="Google Shape;2614;p31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87" name="Google Shape;2615;p31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88" name="Google Shape;2616;p31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5389" name="Google Shape;2617;p31" descr=""/>
          <p:cNvPicPr/>
          <p:nvPr/>
        </p:nvPicPr>
        <p:blipFill>
          <a:blip r:embed="rId2"/>
          <a:srcRect l="0" t="0" r="0" b="11855"/>
          <a:stretch/>
        </p:blipFill>
        <p:spPr>
          <a:xfrm flipH="1">
            <a:off x="3240" y="3250440"/>
            <a:ext cx="4057920" cy="190296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5390" name="Google Shape;2618;p31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91" name="Google Shape;2621;p31"/>
          <p:cNvSpPr/>
          <p:nvPr/>
        </p:nvSpPr>
        <p:spPr>
          <a:xfrm>
            <a:off x="2099160" y="3459600"/>
            <a:ext cx="49424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CREDITS:</a:t>
            </a: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 This presentation template was created by </a:t>
            </a:r>
            <a:r>
              <a:rPr b="1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3"/>
              </a:rPr>
              <a:t>Slidesgo</a:t>
            </a: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, and includes icons by </a:t>
            </a:r>
            <a:r>
              <a:rPr b="1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4"/>
              </a:rPr>
              <a:t>Flaticon</a:t>
            </a: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, and infographics &amp; images by </a:t>
            </a:r>
            <a:r>
              <a:rPr b="1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5"/>
              </a:rPr>
              <a:t>Freepik</a:t>
            </a:r>
            <a:r>
              <a:rPr b="0" lang="en" sz="12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7" r:id="rId6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4" name="Google Shape;2623;p32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395" name="Google Shape;2624;p32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396" name="Google Shape;2625;p32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97" name="Google Shape;2626;p32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398" name="Google Shape;2627;p32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399" name="Google Shape;2628;p32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400" name="Google Shape;2629;p32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01" name="Google Shape;2630;p32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02" name="Google Shape;2631;p32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03" name="Google Shape;2632;p32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404" name="Google Shape;2633;p32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05" name="Google Shape;2634;p32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06" name="Google Shape;2635;p32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07" name="Google Shape;2636;p32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408" name="Google Shape;2637;p32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09" name="Google Shape;2638;p32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10" name="Google Shape;2639;p32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11" name="Google Shape;2640;p32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412" name="Google Shape;2641;p32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13" name="Google Shape;2642;p32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14" name="Google Shape;2643;p32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15" name="Google Shape;2644;p32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416" name="Google Shape;2645;p32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17" name="Google Shape;2646;p32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18" name="Google Shape;2647;p32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19" name="Google Shape;2648;p32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420" name="Google Shape;2649;p32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21" name="Google Shape;2650;p32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22" name="Google Shape;2651;p32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23" name="Google Shape;2652;p32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424" name="Google Shape;2653;p32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25" name="Google Shape;2654;p32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26" name="Google Shape;2655;p32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27" name="Google Shape;2656;p32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428" name="Google Shape;2657;p32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29" name="Google Shape;2658;p32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30" name="Google Shape;2659;p32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31" name="Google Shape;2660;p32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432" name="Google Shape;2661;p32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33" name="Google Shape;2662;p32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34" name="Google Shape;2663;p32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35" name="Google Shape;2664;p32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436" name="Google Shape;2665;p32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37" name="Google Shape;2666;p32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38" name="Google Shape;2667;p32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39" name="Google Shape;2668;p32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440" name="Google Shape;2669;p32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41" name="Google Shape;2670;p32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42" name="Google Shape;2671;p32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43" name="Google Shape;2672;p32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444" name="Google Shape;2673;p32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45" name="Google Shape;2674;p32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46" name="Google Shape;2675;p32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47" name="Google Shape;2676;p32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448" name="Google Shape;2677;p32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49" name="Google Shape;2678;p32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50" name="Google Shape;2679;p32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51" name="Google Shape;2680;p32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452" name="Google Shape;2681;p32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53" name="Google Shape;2682;p32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54" name="Google Shape;2683;p32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55" name="Google Shape;2684;p32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456" name="Google Shape;2685;p32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57" name="Google Shape;2686;p32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58" name="Google Shape;2687;p32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59" name="Google Shape;2688;p32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460" name="Google Shape;2689;p32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61" name="Google Shape;2690;p32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62" name="Google Shape;2691;p32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63" name="Google Shape;2692;p32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464" name="Google Shape;2693;p32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65" name="Google Shape;2694;p32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66" name="Google Shape;2695;p32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67" name="Google Shape;2696;p32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468" name="Google Shape;2697;p32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69" name="Google Shape;2698;p32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70" name="Google Shape;2699;p32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71" name="Google Shape;2700;p32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472" name="Google Shape;2701;p32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73" name="Google Shape;2702;p32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74" name="Google Shape;2703;p32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5475" name="Google Shape;2704;p32" descr=""/>
          <p:cNvPicPr/>
          <p:nvPr/>
        </p:nvPicPr>
        <p:blipFill>
          <a:blip r:embed="rId2"/>
          <a:srcRect l="-9019" t="0" r="9019" b="11855"/>
          <a:stretch/>
        </p:blipFill>
        <p:spPr>
          <a:xfrm flipH="1" rot="5400000">
            <a:off x="-1512720" y="1510920"/>
            <a:ext cx="5160600" cy="2128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5476" name="Google Shape;2705;p32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5477" name="Google Shape;2706;p32"/>
          <p:cNvGrpSpPr/>
          <p:nvPr/>
        </p:nvGrpSpPr>
        <p:grpSpPr>
          <a:xfrm>
            <a:off x="6177600" y="3738240"/>
            <a:ext cx="3806640" cy="2251800"/>
            <a:chOff x="6177600" y="3738240"/>
            <a:chExt cx="3806640" cy="2251800"/>
          </a:xfrm>
        </p:grpSpPr>
        <p:sp>
          <p:nvSpPr>
            <p:cNvPr id="5478" name="Google Shape;2707;p32"/>
            <p:cNvSpPr/>
            <p:nvPr/>
          </p:nvSpPr>
          <p:spPr>
            <a:xfrm>
              <a:off x="6177600" y="373824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79" name="Google Shape;2708;p32"/>
            <p:cNvSpPr/>
            <p:nvPr/>
          </p:nvSpPr>
          <p:spPr>
            <a:xfrm>
              <a:off x="6920280" y="54288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80" name="Google Shape;2709;p32"/>
            <p:cNvSpPr/>
            <p:nvPr/>
          </p:nvSpPr>
          <p:spPr>
            <a:xfrm>
              <a:off x="7906320" y="516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81" name="Google Shape;2710;p32"/>
            <p:cNvSpPr/>
            <p:nvPr/>
          </p:nvSpPr>
          <p:spPr>
            <a:xfrm>
              <a:off x="8892000" y="46335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82" name="Google Shape;2711;p32"/>
            <p:cNvSpPr/>
            <p:nvPr/>
          </p:nvSpPr>
          <p:spPr>
            <a:xfrm rot="18900000">
              <a:off x="9595440" y="43124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83" name="Google Shape;2712;p32"/>
            <p:cNvSpPr/>
            <p:nvPr/>
          </p:nvSpPr>
          <p:spPr>
            <a:xfrm rot="18900000">
              <a:off x="8404920" y="46411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84" name="Google Shape;2713;p32"/>
            <p:cNvSpPr/>
            <p:nvPr/>
          </p:nvSpPr>
          <p:spPr>
            <a:xfrm rot="18900000">
              <a:off x="7552080" y="499356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85" name="Google Shape;2714;p32"/>
            <p:cNvSpPr/>
            <p:nvPr/>
          </p:nvSpPr>
          <p:spPr>
            <a:xfrm rot="18900000">
              <a:off x="6642720" y="53744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4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9" r:id="rId3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8" name="Google Shape;2716;p3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489" name="Google Shape;2717;p3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490" name="Google Shape;2718;p3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91" name="Google Shape;2719;p3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92" name="Google Shape;2720;p3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93" name="Google Shape;2721;p3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494" name="Google Shape;2722;p3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95" name="Google Shape;2723;p3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96" name="Google Shape;2724;p3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497" name="Google Shape;2725;p3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498" name="Google Shape;2726;p3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499" name="Google Shape;2727;p3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00" name="Google Shape;2728;p3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01" name="Google Shape;2729;p3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502" name="Google Shape;2730;p3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03" name="Google Shape;2731;p3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04" name="Google Shape;2732;p3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05" name="Google Shape;2733;p3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506" name="Google Shape;2734;p3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07" name="Google Shape;2735;p3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08" name="Google Shape;2736;p3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09" name="Google Shape;2737;p3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510" name="Google Shape;2738;p3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11" name="Google Shape;2739;p3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12" name="Google Shape;2740;p3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13" name="Google Shape;2741;p3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514" name="Google Shape;2742;p3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15" name="Google Shape;2743;p3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16" name="Google Shape;2744;p3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17" name="Google Shape;2745;p3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518" name="Google Shape;2746;p3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19" name="Google Shape;2747;p3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20" name="Google Shape;2748;p3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21" name="Google Shape;2749;p3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522" name="Google Shape;2750;p3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23" name="Google Shape;2751;p3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24" name="Google Shape;2752;p3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25" name="Google Shape;2753;p3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526" name="Google Shape;2754;p3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27" name="Google Shape;2755;p3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28" name="Google Shape;2756;p3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29" name="Google Shape;2757;p3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530" name="Google Shape;2758;p3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31" name="Google Shape;2759;p3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32" name="Google Shape;2760;p3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33" name="Google Shape;2761;p3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534" name="Google Shape;2762;p3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35" name="Google Shape;2763;p3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36" name="Google Shape;2764;p3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37" name="Google Shape;2765;p3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538" name="Google Shape;2766;p3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39" name="Google Shape;2767;p3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40" name="Google Shape;2768;p3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41" name="Google Shape;2769;p3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542" name="Google Shape;2770;p3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43" name="Google Shape;2771;p3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44" name="Google Shape;2772;p3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45" name="Google Shape;2773;p3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546" name="Google Shape;2774;p3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47" name="Google Shape;2775;p3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48" name="Google Shape;2776;p3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49" name="Google Shape;2777;p3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550" name="Google Shape;2778;p3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51" name="Google Shape;2779;p3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52" name="Google Shape;2780;p3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53" name="Google Shape;2781;p3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554" name="Google Shape;2782;p3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55" name="Google Shape;2783;p3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56" name="Google Shape;2784;p3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57" name="Google Shape;2785;p3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558" name="Google Shape;2786;p3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59" name="Google Shape;2787;p3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60" name="Google Shape;2788;p3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61" name="Google Shape;2789;p3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562" name="Google Shape;2790;p3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63" name="Google Shape;2791;p3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64" name="Google Shape;2792;p3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65" name="Google Shape;2793;p3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566" name="Google Shape;2794;p3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67" name="Google Shape;2795;p3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68" name="Google Shape;2796;p3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5569" name="Google Shape;2797;p33" descr=""/>
          <p:cNvPicPr/>
          <p:nvPr/>
        </p:nvPicPr>
        <p:blipFill>
          <a:blip r:embed="rId2"/>
          <a:srcRect l="0" t="0" r="0" b="11855"/>
          <a:stretch/>
        </p:blipFill>
        <p:spPr>
          <a:xfrm flipH="1" rot="10800000">
            <a:off x="4317120" y="0"/>
            <a:ext cx="4823640" cy="226224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5570" name="Google Shape;2798;p3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5571" name="Google Shape;2799;p33"/>
          <p:cNvGrpSpPr/>
          <p:nvPr/>
        </p:nvGrpSpPr>
        <p:grpSpPr>
          <a:xfrm>
            <a:off x="-1297800" y="3559320"/>
            <a:ext cx="3806640" cy="2251800"/>
            <a:chOff x="-1297800" y="3559320"/>
            <a:chExt cx="3806640" cy="2251800"/>
          </a:xfrm>
        </p:grpSpPr>
        <p:sp>
          <p:nvSpPr>
            <p:cNvPr id="5572" name="Google Shape;2800;p33"/>
            <p:cNvSpPr/>
            <p:nvPr/>
          </p:nvSpPr>
          <p:spPr>
            <a:xfrm flipH="1">
              <a:off x="-1297800" y="35593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73" name="Google Shape;2801;p33"/>
            <p:cNvSpPr/>
            <p:nvPr/>
          </p:nvSpPr>
          <p:spPr>
            <a:xfrm flipH="1">
              <a:off x="1675080" y="524988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74" name="Google Shape;2802;p33"/>
            <p:cNvSpPr/>
            <p:nvPr/>
          </p:nvSpPr>
          <p:spPr>
            <a:xfrm flipH="1">
              <a:off x="689040" y="498312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75" name="Google Shape;2803;p33"/>
            <p:cNvSpPr/>
            <p:nvPr/>
          </p:nvSpPr>
          <p:spPr>
            <a:xfrm flipH="1">
              <a:off x="-296640" y="4454640"/>
              <a:ext cx="89640" cy="89640"/>
            </a:xfrm>
            <a:custGeom>
              <a:avLst/>
              <a:gdLst>
                <a:gd name="textAreaLeft" fmla="*/ 1800 w 89640"/>
                <a:gd name="textAreaRight" fmla="*/ 946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76" name="Google Shape;2804;p33"/>
            <p:cNvSpPr/>
            <p:nvPr/>
          </p:nvSpPr>
          <p:spPr>
            <a:xfrm flipH="1" rot="2700000">
              <a:off x="-969840" y="4130640"/>
              <a:ext cx="58680" cy="57960"/>
            </a:xfrm>
            <a:custGeom>
              <a:avLst/>
              <a:gdLst>
                <a:gd name="textAreaLeft" fmla="*/ 1800 w 58680"/>
                <a:gd name="textAreaRight" fmla="*/ 637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77" name="Google Shape;2805;p33"/>
            <p:cNvSpPr/>
            <p:nvPr/>
          </p:nvSpPr>
          <p:spPr>
            <a:xfrm flipH="1" rot="2700000">
              <a:off x="217440" y="445896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78" name="Google Shape;2806;p33"/>
            <p:cNvSpPr/>
            <p:nvPr/>
          </p:nvSpPr>
          <p:spPr>
            <a:xfrm flipH="1" rot="2700000">
              <a:off x="1070280" y="481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79" name="Google Shape;2807;p33"/>
            <p:cNvSpPr/>
            <p:nvPr/>
          </p:nvSpPr>
          <p:spPr>
            <a:xfrm flipH="1" rot="2700000">
              <a:off x="1979640" y="51926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5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1" r:id="rId3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2" name="Google Shape;280;p5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583" name="Google Shape;281;p5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584" name="Google Shape;282;p5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85" name="Google Shape;283;p5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86" name="Google Shape;284;p5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87" name="Google Shape;285;p5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588" name="Google Shape;286;p5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89" name="Google Shape;287;p5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90" name="Google Shape;288;p5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91" name="Google Shape;289;p5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592" name="Google Shape;290;p5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93" name="Google Shape;291;p5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94" name="Google Shape;292;p5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95" name="Google Shape;293;p5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596" name="Google Shape;294;p5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97" name="Google Shape;295;p5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598" name="Google Shape;296;p5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599" name="Google Shape;297;p5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600" name="Google Shape;298;p5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01" name="Google Shape;299;p5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02" name="Google Shape;300;p5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03" name="Google Shape;301;p5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604" name="Google Shape;302;p5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05" name="Google Shape;303;p5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06" name="Google Shape;304;p5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07" name="Google Shape;305;p5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608" name="Google Shape;306;p5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09" name="Google Shape;307;p5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10" name="Google Shape;308;p5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11" name="Google Shape;309;p5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612" name="Google Shape;310;p5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13" name="Google Shape;311;p5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14" name="Google Shape;312;p5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15" name="Google Shape;313;p5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616" name="Google Shape;314;p5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17" name="Google Shape;315;p5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18" name="Google Shape;316;p5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19" name="Google Shape;317;p5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620" name="Google Shape;318;p5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21" name="Google Shape;319;p5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22" name="Google Shape;320;p5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23" name="Google Shape;321;p5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624" name="Google Shape;322;p5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25" name="Google Shape;323;p5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26" name="Google Shape;324;p5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27" name="Google Shape;325;p5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628" name="Google Shape;326;p5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29" name="Google Shape;327;p5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30" name="Google Shape;328;p5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31" name="Google Shape;329;p5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632" name="Google Shape;330;p5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33" name="Google Shape;331;p5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34" name="Google Shape;332;p5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35" name="Google Shape;333;p5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636" name="Google Shape;334;p5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37" name="Google Shape;335;p5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38" name="Google Shape;336;p5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39" name="Google Shape;337;p5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640" name="Google Shape;338;p5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41" name="Google Shape;339;p5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42" name="Google Shape;340;p5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43" name="Google Shape;341;p5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644" name="Google Shape;342;p5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45" name="Google Shape;343;p5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46" name="Google Shape;344;p5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47" name="Google Shape;345;p5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648" name="Google Shape;346;p5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49" name="Google Shape;347;p5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50" name="Google Shape;348;p5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51" name="Google Shape;349;p5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652" name="Google Shape;350;p5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53" name="Google Shape;351;p5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54" name="Google Shape;352;p5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55" name="Google Shape;353;p5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656" name="Google Shape;354;p5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57" name="Google Shape;355;p5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58" name="Google Shape;356;p5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59" name="Google Shape;357;p5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660" name="Google Shape;358;p5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61" name="Google Shape;359;p5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62" name="Google Shape;360;p5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5663" name="Google Shape;361;p5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5664" name="Google Shape;362;p5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5665" name="Google Shape;363;p5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66" name="Google Shape;364;p5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667" name="Google Shape;365;p5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668" name="Google Shape;366;p5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6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1" name="Google Shape;280;p5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672" name="Google Shape;281;p5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673" name="Google Shape;282;p5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74" name="Google Shape;283;p5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75" name="Google Shape;284;p5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76" name="Google Shape;285;p5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677" name="Google Shape;286;p5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78" name="Google Shape;287;p5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79" name="Google Shape;288;p5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80" name="Google Shape;289;p5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681" name="Google Shape;290;p5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82" name="Google Shape;291;p5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83" name="Google Shape;292;p5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84" name="Google Shape;293;p5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685" name="Google Shape;294;p5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86" name="Google Shape;295;p5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87" name="Google Shape;296;p5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88" name="Google Shape;297;p5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689" name="Google Shape;298;p5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90" name="Google Shape;299;p5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91" name="Google Shape;300;p5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92" name="Google Shape;301;p5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693" name="Google Shape;302;p5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94" name="Google Shape;303;p5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95" name="Google Shape;304;p5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696" name="Google Shape;305;p5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697" name="Google Shape;306;p5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98" name="Google Shape;307;p5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699" name="Google Shape;308;p5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00" name="Google Shape;309;p5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701" name="Google Shape;310;p5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02" name="Google Shape;311;p5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03" name="Google Shape;312;p5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04" name="Google Shape;313;p5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705" name="Google Shape;314;p5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06" name="Google Shape;315;p5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07" name="Google Shape;316;p5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08" name="Google Shape;317;p5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709" name="Google Shape;318;p5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10" name="Google Shape;319;p5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11" name="Google Shape;320;p5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12" name="Google Shape;321;p5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713" name="Google Shape;322;p5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14" name="Google Shape;323;p5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15" name="Google Shape;324;p5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16" name="Google Shape;325;p5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717" name="Google Shape;326;p5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18" name="Google Shape;327;p5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19" name="Google Shape;328;p5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20" name="Google Shape;329;p5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721" name="Google Shape;330;p5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22" name="Google Shape;331;p5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23" name="Google Shape;332;p5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24" name="Google Shape;333;p5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725" name="Google Shape;334;p5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26" name="Google Shape;335;p5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27" name="Google Shape;336;p5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28" name="Google Shape;337;p5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729" name="Google Shape;338;p5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30" name="Google Shape;339;p5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31" name="Google Shape;340;p5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32" name="Google Shape;341;p5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733" name="Google Shape;342;p5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34" name="Google Shape;343;p5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35" name="Google Shape;344;p5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36" name="Google Shape;345;p5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737" name="Google Shape;346;p5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38" name="Google Shape;347;p5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39" name="Google Shape;348;p5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40" name="Google Shape;349;p5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741" name="Google Shape;350;p5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42" name="Google Shape;351;p5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43" name="Google Shape;352;p5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44" name="Google Shape;353;p5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745" name="Google Shape;354;p5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46" name="Google Shape;355;p5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47" name="Google Shape;356;p5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48" name="Google Shape;357;p5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749" name="Google Shape;358;p5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50" name="Google Shape;359;p5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51" name="Google Shape;360;p5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5752" name="Google Shape;361;p5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5753" name="Google Shape;362;p5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5754" name="Google Shape;363;p5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55" name="Google Shape;364;p5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756" name="Google Shape;365;p5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757" name="Google Shape;366;p5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7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0" name="Google Shape;280;p5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761" name="Google Shape;281;p5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762" name="Google Shape;282;p5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63" name="Google Shape;283;p5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64" name="Google Shape;284;p5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65" name="Google Shape;285;p5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766" name="Google Shape;286;p5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67" name="Google Shape;287;p5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68" name="Google Shape;288;p5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69" name="Google Shape;289;p5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770" name="Google Shape;290;p5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71" name="Google Shape;291;p5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72" name="Google Shape;292;p5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73" name="Google Shape;293;p5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774" name="Google Shape;294;p5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75" name="Google Shape;295;p5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76" name="Google Shape;296;p5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77" name="Google Shape;297;p5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778" name="Google Shape;298;p5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79" name="Google Shape;299;p5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80" name="Google Shape;300;p5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81" name="Google Shape;301;p5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782" name="Google Shape;302;p5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83" name="Google Shape;303;p5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84" name="Google Shape;304;p5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85" name="Google Shape;305;p5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786" name="Google Shape;306;p5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87" name="Google Shape;307;p5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88" name="Google Shape;308;p5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89" name="Google Shape;309;p5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790" name="Google Shape;310;p5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91" name="Google Shape;311;p5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92" name="Google Shape;312;p5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93" name="Google Shape;313;p5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794" name="Google Shape;314;p5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95" name="Google Shape;315;p5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96" name="Google Shape;316;p5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797" name="Google Shape;317;p5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798" name="Google Shape;318;p5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799" name="Google Shape;319;p5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00" name="Google Shape;320;p5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01" name="Google Shape;321;p5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802" name="Google Shape;322;p5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03" name="Google Shape;323;p5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04" name="Google Shape;324;p5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05" name="Google Shape;325;p5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806" name="Google Shape;326;p5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07" name="Google Shape;327;p5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08" name="Google Shape;328;p5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09" name="Google Shape;329;p5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810" name="Google Shape;330;p5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11" name="Google Shape;331;p5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12" name="Google Shape;332;p5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13" name="Google Shape;333;p5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814" name="Google Shape;334;p5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15" name="Google Shape;335;p5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16" name="Google Shape;336;p5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17" name="Google Shape;337;p5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818" name="Google Shape;338;p5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19" name="Google Shape;339;p5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20" name="Google Shape;340;p5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21" name="Google Shape;341;p5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822" name="Google Shape;342;p5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23" name="Google Shape;343;p5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24" name="Google Shape;344;p5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25" name="Google Shape;345;p5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826" name="Google Shape;346;p5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27" name="Google Shape;347;p5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28" name="Google Shape;348;p5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29" name="Google Shape;349;p5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830" name="Google Shape;350;p5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31" name="Google Shape;351;p5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32" name="Google Shape;352;p5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33" name="Google Shape;353;p5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834" name="Google Shape;354;p5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35" name="Google Shape;355;p5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36" name="Google Shape;356;p5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37" name="Google Shape;357;p5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838" name="Google Shape;358;p5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39" name="Google Shape;359;p5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40" name="Google Shape;360;p5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5841" name="Google Shape;361;p5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5842" name="Google Shape;362;p5"/>
          <p:cNvGrpSpPr/>
          <p:nvPr/>
        </p:nvGrpSpPr>
        <p:grpSpPr>
          <a:xfrm>
            <a:off x="6227280" y="3994200"/>
            <a:ext cx="3806640" cy="1514520"/>
            <a:chOff x="6227280" y="3994200"/>
            <a:chExt cx="3806640" cy="1514520"/>
          </a:xfrm>
        </p:grpSpPr>
        <p:sp>
          <p:nvSpPr>
            <p:cNvPr id="5843" name="Google Shape;363;p5"/>
            <p:cNvSpPr/>
            <p:nvPr/>
          </p:nvSpPr>
          <p:spPr>
            <a:xfrm>
              <a:off x="6227280" y="39942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844" name="Google Shape;364;p5"/>
            <p:cNvSpPr/>
            <p:nvPr/>
          </p:nvSpPr>
          <p:spPr>
            <a:xfrm>
              <a:off x="6989400" y="49842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845" name="Google Shape;365;p5"/>
            <p:cNvSpPr/>
            <p:nvPr/>
          </p:nvSpPr>
          <p:spPr>
            <a:xfrm>
              <a:off x="7984440" y="4760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846" name="Google Shape;366;p5"/>
            <p:cNvSpPr/>
            <p:nvPr/>
          </p:nvSpPr>
          <p:spPr>
            <a:xfrm>
              <a:off x="8975160" y="41698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8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3" name="Google Shape;373;p6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854" name="Google Shape;374;p6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855" name="Google Shape;375;p6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56" name="Google Shape;376;p6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57" name="Google Shape;377;p6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58" name="Google Shape;378;p6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859" name="Google Shape;379;p6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60" name="Google Shape;380;p6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61" name="Google Shape;381;p6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62" name="Google Shape;382;p6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863" name="Google Shape;383;p6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64" name="Google Shape;384;p6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65" name="Google Shape;385;p6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66" name="Google Shape;386;p6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867" name="Google Shape;387;p6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68" name="Google Shape;388;p6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69" name="Google Shape;389;p6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70" name="Google Shape;390;p6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871" name="Google Shape;391;p6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72" name="Google Shape;392;p6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73" name="Google Shape;393;p6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74" name="Google Shape;394;p6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875" name="Google Shape;395;p6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76" name="Google Shape;396;p6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77" name="Google Shape;397;p6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78" name="Google Shape;398;p6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879" name="Google Shape;399;p6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80" name="Google Shape;400;p6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81" name="Google Shape;401;p6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82" name="Google Shape;402;p6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883" name="Google Shape;403;p6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84" name="Google Shape;404;p6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85" name="Google Shape;405;p6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86" name="Google Shape;406;p6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887" name="Google Shape;407;p6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88" name="Google Shape;408;p6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89" name="Google Shape;409;p6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90" name="Google Shape;410;p6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891" name="Google Shape;411;p6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92" name="Google Shape;412;p6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93" name="Google Shape;413;p6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94" name="Google Shape;414;p6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895" name="Google Shape;415;p6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96" name="Google Shape;416;p6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897" name="Google Shape;417;p6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898" name="Google Shape;418;p6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899" name="Google Shape;419;p6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00" name="Google Shape;420;p6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01" name="Google Shape;421;p6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02" name="Google Shape;422;p6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903" name="Google Shape;423;p6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04" name="Google Shape;424;p6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05" name="Google Shape;425;p6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06" name="Google Shape;426;p6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5907" name="Google Shape;427;p6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08" name="Google Shape;428;p6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09" name="Google Shape;429;p6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10" name="Google Shape;430;p6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5911" name="Google Shape;431;p6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12" name="Google Shape;432;p6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13" name="Google Shape;433;p6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14" name="Google Shape;434;p6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5915" name="Google Shape;435;p6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16" name="Google Shape;436;p6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17" name="Google Shape;437;p6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18" name="Google Shape;438;p6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5919" name="Google Shape;439;p6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20" name="Google Shape;440;p6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21" name="Google Shape;441;p6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22" name="Google Shape;442;p6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5923" name="Google Shape;443;p6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24" name="Google Shape;444;p6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25" name="Google Shape;445;p6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26" name="Google Shape;446;p6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5927" name="Google Shape;447;p6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28" name="Google Shape;448;p6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29" name="Google Shape;449;p6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30" name="Google Shape;450;p6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5931" name="Google Shape;451;p6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32" name="Google Shape;452;p6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33" name="Google Shape;453;p6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5934" name="Google Shape;454;p6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5935" name="Google Shape;456;p6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5936" name="Google Shape;457;p6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37" name="Google Shape;458;p6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38" name="Google Shape;459;p6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39" name="Google Shape;460;p6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40" name="Google Shape;461;p6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41" name="Google Shape;462;p6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42" name="Google Shape;463;p6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43" name="Google Shape;464;p6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9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6" name="Google Shape;466;p7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5947" name="Google Shape;467;p7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5948" name="Google Shape;468;p7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49" name="Google Shape;469;p7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50" name="Google Shape;470;p7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51" name="Google Shape;471;p7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5952" name="Google Shape;472;p7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53" name="Google Shape;473;p7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54" name="Google Shape;474;p7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55" name="Google Shape;475;p7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5956" name="Google Shape;476;p7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57" name="Google Shape;477;p7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58" name="Google Shape;478;p7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59" name="Google Shape;479;p7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5960" name="Google Shape;480;p7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61" name="Google Shape;481;p7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62" name="Google Shape;482;p7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63" name="Google Shape;483;p7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5964" name="Google Shape;484;p7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65" name="Google Shape;485;p7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66" name="Google Shape;486;p7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67" name="Google Shape;487;p7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5968" name="Google Shape;488;p7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69" name="Google Shape;489;p7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70" name="Google Shape;490;p7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71" name="Google Shape;491;p7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5972" name="Google Shape;492;p7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73" name="Google Shape;493;p7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74" name="Google Shape;494;p7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75" name="Google Shape;495;p7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5976" name="Google Shape;496;p7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77" name="Google Shape;497;p7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78" name="Google Shape;498;p7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79" name="Google Shape;499;p7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5980" name="Google Shape;500;p7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81" name="Google Shape;501;p7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82" name="Google Shape;502;p7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83" name="Google Shape;503;p7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5984" name="Google Shape;504;p7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85" name="Google Shape;505;p7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86" name="Google Shape;506;p7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87" name="Google Shape;507;p7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5988" name="Google Shape;508;p7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89" name="Google Shape;509;p7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90" name="Google Shape;510;p7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91" name="Google Shape;511;p7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5992" name="Google Shape;512;p7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93" name="Google Shape;513;p7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94" name="Google Shape;514;p7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95" name="Google Shape;515;p7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5996" name="Google Shape;516;p7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97" name="Google Shape;517;p7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998" name="Google Shape;518;p7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5999" name="Google Shape;519;p7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6000" name="Google Shape;520;p7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01" name="Google Shape;521;p7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02" name="Google Shape;522;p7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03" name="Google Shape;523;p7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6004" name="Google Shape;524;p7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05" name="Google Shape;525;p7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06" name="Google Shape;526;p7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07" name="Google Shape;527;p7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008" name="Google Shape;528;p7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09" name="Google Shape;529;p7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10" name="Google Shape;530;p7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11" name="Google Shape;531;p7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012" name="Google Shape;532;p7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13" name="Google Shape;533;p7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14" name="Google Shape;534;p7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15" name="Google Shape;535;p7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016" name="Google Shape;536;p7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17" name="Google Shape;537;p7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18" name="Google Shape;538;p7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19" name="Google Shape;539;p7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020" name="Google Shape;540;p7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21" name="Google Shape;541;p7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22" name="Google Shape;542;p7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23" name="Google Shape;543;p7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6024" name="Google Shape;544;p7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25" name="Google Shape;545;p7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26" name="Google Shape;546;p7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6027" name="Google Shape;547;p7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028" name="Google Shape;548;p7"/>
          <p:cNvGrpSpPr/>
          <p:nvPr/>
        </p:nvGrpSpPr>
        <p:grpSpPr>
          <a:xfrm>
            <a:off x="-1303200" y="-417600"/>
            <a:ext cx="3806640" cy="1514520"/>
            <a:chOff x="-1303200" y="-417600"/>
            <a:chExt cx="3806640" cy="1514520"/>
          </a:xfrm>
        </p:grpSpPr>
        <p:sp>
          <p:nvSpPr>
            <p:cNvPr id="6029" name="Google Shape;549;p7"/>
            <p:cNvSpPr/>
            <p:nvPr/>
          </p:nvSpPr>
          <p:spPr>
            <a:xfrm>
              <a:off x="-1303200" y="-417600"/>
              <a:ext cx="3806640" cy="151452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1514520"/>
                <a:gd name="textAreaBottom" fmla="*/ 1517760 h 1514520"/>
              </a:gdLst>
              <a:ahLst/>
              <a:rect l="textAreaLeft" t="textAreaTop" r="textAreaRight" b="textAreaBottom"/>
              <a:pathLst>
                <a:path w="7620000" h="3035331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30" name="Google Shape;550;p7"/>
            <p:cNvSpPr/>
            <p:nvPr/>
          </p:nvSpPr>
          <p:spPr>
            <a:xfrm>
              <a:off x="-541440" y="57240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031" name="Google Shape;551;p7"/>
            <p:cNvSpPr/>
            <p:nvPr/>
          </p:nvSpPr>
          <p:spPr>
            <a:xfrm>
              <a:off x="453960" y="348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032" name="Google Shape;552;p7"/>
            <p:cNvSpPr/>
            <p:nvPr/>
          </p:nvSpPr>
          <p:spPr>
            <a:xfrm>
              <a:off x="1444680" y="-2419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0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5" name="Google Shape;94;p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6036" name="Google Shape;95;p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6037" name="Google Shape;96;p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38" name="Google Shape;97;p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39" name="Google Shape;98;p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40" name="Google Shape;99;p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6041" name="Google Shape;100;p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42" name="Google Shape;101;p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43" name="Google Shape;102;p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44" name="Google Shape;103;p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6045" name="Google Shape;104;p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46" name="Google Shape;105;p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47" name="Google Shape;106;p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48" name="Google Shape;107;p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6049" name="Google Shape;108;p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50" name="Google Shape;109;p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51" name="Google Shape;110;p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52" name="Google Shape;111;p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6053" name="Google Shape;112;p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54" name="Google Shape;113;p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55" name="Google Shape;114;p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56" name="Google Shape;115;p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6057" name="Google Shape;116;p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58" name="Google Shape;117;p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59" name="Google Shape;118;p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60" name="Google Shape;119;p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6061" name="Google Shape;120;p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62" name="Google Shape;121;p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63" name="Google Shape;122;p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64" name="Google Shape;123;p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6065" name="Google Shape;124;p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66" name="Google Shape;125;p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67" name="Google Shape;126;p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68" name="Google Shape;127;p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6069" name="Google Shape;128;p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70" name="Google Shape;129;p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71" name="Google Shape;130;p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72" name="Google Shape;131;p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6073" name="Google Shape;132;p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74" name="Google Shape;133;p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75" name="Google Shape;134;p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76" name="Google Shape;135;p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6077" name="Google Shape;136;p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78" name="Google Shape;137;p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79" name="Google Shape;138;p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80" name="Google Shape;139;p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6081" name="Google Shape;140;p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82" name="Google Shape;141;p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83" name="Google Shape;142;p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84" name="Google Shape;143;p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6085" name="Google Shape;144;p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86" name="Google Shape;145;p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87" name="Google Shape;146;p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88" name="Google Shape;147;p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6089" name="Google Shape;148;p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90" name="Google Shape;149;p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91" name="Google Shape;150;p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92" name="Google Shape;151;p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6093" name="Google Shape;152;p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94" name="Google Shape;153;p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95" name="Google Shape;154;p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096" name="Google Shape;155;p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097" name="Google Shape;156;p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98" name="Google Shape;157;p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099" name="Google Shape;158;p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00" name="Google Shape;159;p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101" name="Google Shape;160;p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02" name="Google Shape;161;p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03" name="Google Shape;162;p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04" name="Google Shape;163;p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105" name="Google Shape;164;p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06" name="Google Shape;165;p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07" name="Google Shape;166;p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08" name="Google Shape;167;p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109" name="Google Shape;168;p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10" name="Google Shape;169;p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11" name="Google Shape;170;p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12" name="Google Shape;171;p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6113" name="Google Shape;172;p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14" name="Google Shape;173;p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15" name="Google Shape;174;p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6116" name="Google Shape;175;p3" descr=""/>
          <p:cNvPicPr/>
          <p:nvPr/>
        </p:nvPicPr>
        <p:blipFill>
          <a:blip r:embed="rId2"/>
          <a:srcRect l="-9019" t="0" r="9019" b="11855"/>
          <a:stretch/>
        </p:blipFill>
        <p:spPr>
          <a:xfrm rot="16200000">
            <a:off x="5496120" y="1510920"/>
            <a:ext cx="5160600" cy="2128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6117" name="Google Shape;176;p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118" name="Google Shape;177;p3"/>
          <p:cNvGrpSpPr/>
          <p:nvPr/>
        </p:nvGrpSpPr>
        <p:grpSpPr>
          <a:xfrm>
            <a:off x="-868320" y="-1018080"/>
            <a:ext cx="3806640" cy="2251800"/>
            <a:chOff x="-868320" y="-1018080"/>
            <a:chExt cx="3806640" cy="2251800"/>
          </a:xfrm>
        </p:grpSpPr>
        <p:sp>
          <p:nvSpPr>
            <p:cNvPr id="6119" name="Google Shape;178;p3"/>
            <p:cNvSpPr/>
            <p:nvPr/>
          </p:nvSpPr>
          <p:spPr>
            <a:xfrm>
              <a:off x="-868320" y="-101808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20" name="Google Shape;179;p3"/>
            <p:cNvSpPr/>
            <p:nvPr/>
          </p:nvSpPr>
          <p:spPr>
            <a:xfrm>
              <a:off x="-125280" y="672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21" name="Google Shape;180;p3"/>
            <p:cNvSpPr/>
            <p:nvPr/>
          </p:nvSpPr>
          <p:spPr>
            <a:xfrm>
              <a:off x="860400" y="405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22" name="Google Shape;181;p3"/>
            <p:cNvSpPr/>
            <p:nvPr/>
          </p:nvSpPr>
          <p:spPr>
            <a:xfrm>
              <a:off x="1846440" y="-1227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23" name="Google Shape;182;p3"/>
            <p:cNvSpPr/>
            <p:nvPr/>
          </p:nvSpPr>
          <p:spPr>
            <a:xfrm rot="18900000">
              <a:off x="2549520" y="-4435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24" name="Google Shape;183;p3"/>
            <p:cNvSpPr/>
            <p:nvPr/>
          </p:nvSpPr>
          <p:spPr>
            <a:xfrm rot="18900000">
              <a:off x="1359000" y="-1148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25" name="Google Shape;184;p3"/>
            <p:cNvSpPr/>
            <p:nvPr/>
          </p:nvSpPr>
          <p:spPr>
            <a:xfrm rot="18900000">
              <a:off x="506520" y="2372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26" name="Google Shape;185;p3"/>
            <p:cNvSpPr/>
            <p:nvPr/>
          </p:nvSpPr>
          <p:spPr>
            <a:xfrm rot="18900000">
              <a:off x="-399960" y="6181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7" r:id="rId3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9" name="Google Shape;94;p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6130" name="Google Shape;95;p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6131" name="Google Shape;96;p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32" name="Google Shape;97;p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33" name="Google Shape;98;p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34" name="Google Shape;99;p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6135" name="Google Shape;100;p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36" name="Google Shape;101;p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37" name="Google Shape;102;p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38" name="Google Shape;103;p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6139" name="Google Shape;104;p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40" name="Google Shape;105;p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41" name="Google Shape;106;p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42" name="Google Shape;107;p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6143" name="Google Shape;108;p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44" name="Google Shape;109;p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45" name="Google Shape;110;p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46" name="Google Shape;111;p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6147" name="Google Shape;112;p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48" name="Google Shape;113;p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49" name="Google Shape;114;p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50" name="Google Shape;115;p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6151" name="Google Shape;116;p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52" name="Google Shape;117;p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53" name="Google Shape;118;p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54" name="Google Shape;119;p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6155" name="Google Shape;120;p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56" name="Google Shape;121;p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57" name="Google Shape;122;p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58" name="Google Shape;123;p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6159" name="Google Shape;124;p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60" name="Google Shape;125;p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61" name="Google Shape;126;p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62" name="Google Shape;127;p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6163" name="Google Shape;128;p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64" name="Google Shape;129;p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65" name="Google Shape;130;p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66" name="Google Shape;131;p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6167" name="Google Shape;132;p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68" name="Google Shape;133;p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69" name="Google Shape;134;p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70" name="Google Shape;135;p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6171" name="Google Shape;136;p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72" name="Google Shape;137;p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73" name="Google Shape;138;p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74" name="Google Shape;139;p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6175" name="Google Shape;140;p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76" name="Google Shape;141;p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77" name="Google Shape;142;p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78" name="Google Shape;143;p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6179" name="Google Shape;144;p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80" name="Google Shape;145;p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81" name="Google Shape;146;p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82" name="Google Shape;147;p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6183" name="Google Shape;148;p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84" name="Google Shape;149;p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85" name="Google Shape;150;p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86" name="Google Shape;151;p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6187" name="Google Shape;152;p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88" name="Google Shape;153;p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89" name="Google Shape;154;p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90" name="Google Shape;155;p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191" name="Google Shape;156;p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92" name="Google Shape;157;p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93" name="Google Shape;158;p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94" name="Google Shape;159;p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195" name="Google Shape;160;p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96" name="Google Shape;161;p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197" name="Google Shape;162;p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198" name="Google Shape;163;p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199" name="Google Shape;164;p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00" name="Google Shape;165;p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01" name="Google Shape;166;p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02" name="Google Shape;167;p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203" name="Google Shape;168;p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04" name="Google Shape;169;p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05" name="Google Shape;170;p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06" name="Google Shape;171;p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6207" name="Google Shape;172;p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08" name="Google Shape;173;p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09" name="Google Shape;174;p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6210" name="Google Shape;175;p3" descr=""/>
          <p:cNvPicPr/>
          <p:nvPr/>
        </p:nvPicPr>
        <p:blipFill>
          <a:blip r:embed="rId2"/>
          <a:srcRect l="-9019" t="0" r="9019" b="11855"/>
          <a:stretch/>
        </p:blipFill>
        <p:spPr>
          <a:xfrm rot="16200000">
            <a:off x="5496120" y="1510920"/>
            <a:ext cx="5160600" cy="2128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6211" name="Google Shape;176;p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212" name="Google Shape;177;p3"/>
          <p:cNvGrpSpPr/>
          <p:nvPr/>
        </p:nvGrpSpPr>
        <p:grpSpPr>
          <a:xfrm>
            <a:off x="-868320" y="-1018080"/>
            <a:ext cx="3806640" cy="2251800"/>
            <a:chOff x="-868320" y="-1018080"/>
            <a:chExt cx="3806640" cy="2251800"/>
          </a:xfrm>
        </p:grpSpPr>
        <p:sp>
          <p:nvSpPr>
            <p:cNvPr id="6213" name="Google Shape;178;p3"/>
            <p:cNvSpPr/>
            <p:nvPr/>
          </p:nvSpPr>
          <p:spPr>
            <a:xfrm>
              <a:off x="-868320" y="-101808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14" name="Google Shape;179;p3"/>
            <p:cNvSpPr/>
            <p:nvPr/>
          </p:nvSpPr>
          <p:spPr>
            <a:xfrm>
              <a:off x="-125280" y="672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15" name="Google Shape;180;p3"/>
            <p:cNvSpPr/>
            <p:nvPr/>
          </p:nvSpPr>
          <p:spPr>
            <a:xfrm>
              <a:off x="860400" y="405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16" name="Google Shape;181;p3"/>
            <p:cNvSpPr/>
            <p:nvPr/>
          </p:nvSpPr>
          <p:spPr>
            <a:xfrm>
              <a:off x="1846440" y="-1227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17" name="Google Shape;182;p3"/>
            <p:cNvSpPr/>
            <p:nvPr/>
          </p:nvSpPr>
          <p:spPr>
            <a:xfrm rot="18900000">
              <a:off x="2549520" y="-4435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18" name="Google Shape;183;p3"/>
            <p:cNvSpPr/>
            <p:nvPr/>
          </p:nvSpPr>
          <p:spPr>
            <a:xfrm rot="18900000">
              <a:off x="1359000" y="-1148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19" name="Google Shape;184;p3"/>
            <p:cNvSpPr/>
            <p:nvPr/>
          </p:nvSpPr>
          <p:spPr>
            <a:xfrm rot="18900000">
              <a:off x="506520" y="2372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20" name="Google Shape;185;p3"/>
            <p:cNvSpPr/>
            <p:nvPr/>
          </p:nvSpPr>
          <p:spPr>
            <a:xfrm rot="18900000">
              <a:off x="-399960" y="6181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9" r:id="rId3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3" name="Google Shape;94;p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6224" name="Google Shape;95;p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6225" name="Google Shape;96;p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26" name="Google Shape;97;p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27" name="Google Shape;98;p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28" name="Google Shape;99;p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6229" name="Google Shape;100;p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30" name="Google Shape;101;p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31" name="Google Shape;102;p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32" name="Google Shape;103;p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6233" name="Google Shape;104;p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34" name="Google Shape;105;p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35" name="Google Shape;106;p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36" name="Google Shape;107;p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6237" name="Google Shape;108;p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38" name="Google Shape;109;p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39" name="Google Shape;110;p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40" name="Google Shape;111;p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6241" name="Google Shape;112;p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42" name="Google Shape;113;p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43" name="Google Shape;114;p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44" name="Google Shape;115;p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6245" name="Google Shape;116;p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46" name="Google Shape;117;p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47" name="Google Shape;118;p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48" name="Google Shape;119;p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6249" name="Google Shape;120;p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50" name="Google Shape;121;p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51" name="Google Shape;122;p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52" name="Google Shape;123;p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6253" name="Google Shape;124;p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54" name="Google Shape;125;p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55" name="Google Shape;126;p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56" name="Google Shape;127;p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6257" name="Google Shape;128;p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58" name="Google Shape;129;p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59" name="Google Shape;130;p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60" name="Google Shape;131;p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6261" name="Google Shape;132;p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62" name="Google Shape;133;p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63" name="Google Shape;134;p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64" name="Google Shape;135;p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6265" name="Google Shape;136;p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66" name="Google Shape;137;p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67" name="Google Shape;138;p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68" name="Google Shape;139;p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6269" name="Google Shape;140;p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70" name="Google Shape;141;p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71" name="Google Shape;142;p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72" name="Google Shape;143;p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6273" name="Google Shape;144;p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74" name="Google Shape;145;p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75" name="Google Shape;146;p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76" name="Google Shape;147;p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6277" name="Google Shape;148;p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78" name="Google Shape;149;p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79" name="Google Shape;150;p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80" name="Google Shape;151;p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6281" name="Google Shape;152;p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82" name="Google Shape;153;p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83" name="Google Shape;154;p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84" name="Google Shape;155;p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285" name="Google Shape;156;p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86" name="Google Shape;157;p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87" name="Google Shape;158;p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88" name="Google Shape;159;p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289" name="Google Shape;160;p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90" name="Google Shape;161;p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91" name="Google Shape;162;p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92" name="Google Shape;163;p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293" name="Google Shape;164;p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94" name="Google Shape;165;p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95" name="Google Shape;166;p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296" name="Google Shape;167;p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297" name="Google Shape;168;p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98" name="Google Shape;169;p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299" name="Google Shape;170;p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00" name="Google Shape;171;p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6301" name="Google Shape;172;p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02" name="Google Shape;173;p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03" name="Google Shape;174;p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6304" name="Google Shape;175;p3" descr=""/>
          <p:cNvPicPr/>
          <p:nvPr/>
        </p:nvPicPr>
        <p:blipFill>
          <a:blip r:embed="rId2"/>
          <a:srcRect l="-9019" t="0" r="9019" b="11855"/>
          <a:stretch/>
        </p:blipFill>
        <p:spPr>
          <a:xfrm rot="16200000">
            <a:off x="5496120" y="1510920"/>
            <a:ext cx="5160600" cy="2128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6305" name="Google Shape;176;p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306" name="Google Shape;177;p3"/>
          <p:cNvGrpSpPr/>
          <p:nvPr/>
        </p:nvGrpSpPr>
        <p:grpSpPr>
          <a:xfrm>
            <a:off x="-868320" y="-1018080"/>
            <a:ext cx="3806640" cy="2251800"/>
            <a:chOff x="-868320" y="-1018080"/>
            <a:chExt cx="3806640" cy="2251800"/>
          </a:xfrm>
        </p:grpSpPr>
        <p:sp>
          <p:nvSpPr>
            <p:cNvPr id="6307" name="Google Shape;178;p3"/>
            <p:cNvSpPr/>
            <p:nvPr/>
          </p:nvSpPr>
          <p:spPr>
            <a:xfrm>
              <a:off x="-868320" y="-101808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08" name="Google Shape;179;p3"/>
            <p:cNvSpPr/>
            <p:nvPr/>
          </p:nvSpPr>
          <p:spPr>
            <a:xfrm>
              <a:off x="-125280" y="672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09" name="Google Shape;180;p3"/>
            <p:cNvSpPr/>
            <p:nvPr/>
          </p:nvSpPr>
          <p:spPr>
            <a:xfrm>
              <a:off x="860400" y="405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10" name="Google Shape;181;p3"/>
            <p:cNvSpPr/>
            <p:nvPr/>
          </p:nvSpPr>
          <p:spPr>
            <a:xfrm>
              <a:off x="1846440" y="-1227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11" name="Google Shape;182;p3"/>
            <p:cNvSpPr/>
            <p:nvPr/>
          </p:nvSpPr>
          <p:spPr>
            <a:xfrm rot="18900000">
              <a:off x="2549520" y="-4435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12" name="Google Shape;183;p3"/>
            <p:cNvSpPr/>
            <p:nvPr/>
          </p:nvSpPr>
          <p:spPr>
            <a:xfrm rot="18900000">
              <a:off x="1359000" y="-1148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13" name="Google Shape;184;p3"/>
            <p:cNvSpPr/>
            <p:nvPr/>
          </p:nvSpPr>
          <p:spPr>
            <a:xfrm rot="18900000">
              <a:off x="506520" y="2372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14" name="Google Shape;185;p3"/>
            <p:cNvSpPr/>
            <p:nvPr/>
          </p:nvSpPr>
          <p:spPr>
            <a:xfrm rot="18900000">
              <a:off x="-399960" y="6181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3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1" r:id="rId3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7" name="Google Shape;94;p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6318" name="Google Shape;95;p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6319" name="Google Shape;96;p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20" name="Google Shape;97;p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21" name="Google Shape;98;p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22" name="Google Shape;99;p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6323" name="Google Shape;100;p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24" name="Google Shape;101;p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25" name="Google Shape;102;p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26" name="Google Shape;103;p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6327" name="Google Shape;104;p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28" name="Google Shape;105;p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29" name="Google Shape;106;p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30" name="Google Shape;107;p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6331" name="Google Shape;108;p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32" name="Google Shape;109;p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33" name="Google Shape;110;p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34" name="Google Shape;111;p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6335" name="Google Shape;112;p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36" name="Google Shape;113;p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37" name="Google Shape;114;p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38" name="Google Shape;115;p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6339" name="Google Shape;116;p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40" name="Google Shape;117;p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41" name="Google Shape;118;p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42" name="Google Shape;119;p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6343" name="Google Shape;120;p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44" name="Google Shape;121;p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45" name="Google Shape;122;p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46" name="Google Shape;123;p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6347" name="Google Shape;124;p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48" name="Google Shape;125;p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49" name="Google Shape;126;p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50" name="Google Shape;127;p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6351" name="Google Shape;128;p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52" name="Google Shape;129;p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53" name="Google Shape;130;p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54" name="Google Shape;131;p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6355" name="Google Shape;132;p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56" name="Google Shape;133;p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57" name="Google Shape;134;p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58" name="Google Shape;135;p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6359" name="Google Shape;136;p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60" name="Google Shape;137;p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61" name="Google Shape;138;p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62" name="Google Shape;139;p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6363" name="Google Shape;140;p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64" name="Google Shape;141;p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65" name="Google Shape;142;p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66" name="Google Shape;143;p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6367" name="Google Shape;144;p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68" name="Google Shape;145;p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69" name="Google Shape;146;p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70" name="Google Shape;147;p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6371" name="Google Shape;148;p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72" name="Google Shape;149;p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73" name="Google Shape;150;p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74" name="Google Shape;151;p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6375" name="Google Shape;152;p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76" name="Google Shape;153;p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77" name="Google Shape;154;p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78" name="Google Shape;155;p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379" name="Google Shape;156;p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80" name="Google Shape;157;p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81" name="Google Shape;158;p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82" name="Google Shape;159;p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383" name="Google Shape;160;p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84" name="Google Shape;161;p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85" name="Google Shape;162;p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86" name="Google Shape;163;p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387" name="Google Shape;164;p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88" name="Google Shape;165;p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89" name="Google Shape;166;p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90" name="Google Shape;167;p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391" name="Google Shape;168;p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92" name="Google Shape;169;p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93" name="Google Shape;170;p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394" name="Google Shape;171;p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6395" name="Google Shape;172;p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96" name="Google Shape;173;p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397" name="Google Shape;174;p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6398" name="Google Shape;175;p3" descr=""/>
          <p:cNvPicPr/>
          <p:nvPr/>
        </p:nvPicPr>
        <p:blipFill>
          <a:blip r:embed="rId2"/>
          <a:srcRect l="-9019" t="0" r="9019" b="11855"/>
          <a:stretch/>
        </p:blipFill>
        <p:spPr>
          <a:xfrm rot="16200000">
            <a:off x="5496120" y="1510920"/>
            <a:ext cx="5160600" cy="2128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6399" name="Google Shape;176;p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400" name="Google Shape;177;p3"/>
          <p:cNvGrpSpPr/>
          <p:nvPr/>
        </p:nvGrpSpPr>
        <p:grpSpPr>
          <a:xfrm>
            <a:off x="-868320" y="-1018080"/>
            <a:ext cx="3806640" cy="2251800"/>
            <a:chOff x="-868320" y="-1018080"/>
            <a:chExt cx="3806640" cy="2251800"/>
          </a:xfrm>
        </p:grpSpPr>
        <p:sp>
          <p:nvSpPr>
            <p:cNvPr id="6401" name="Google Shape;178;p3"/>
            <p:cNvSpPr/>
            <p:nvPr/>
          </p:nvSpPr>
          <p:spPr>
            <a:xfrm>
              <a:off x="-868320" y="-101808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02" name="Google Shape;179;p3"/>
            <p:cNvSpPr/>
            <p:nvPr/>
          </p:nvSpPr>
          <p:spPr>
            <a:xfrm>
              <a:off x="-125280" y="672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03" name="Google Shape;180;p3"/>
            <p:cNvSpPr/>
            <p:nvPr/>
          </p:nvSpPr>
          <p:spPr>
            <a:xfrm>
              <a:off x="860400" y="405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04" name="Google Shape;181;p3"/>
            <p:cNvSpPr/>
            <p:nvPr/>
          </p:nvSpPr>
          <p:spPr>
            <a:xfrm>
              <a:off x="1846440" y="-1227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05" name="Google Shape;182;p3"/>
            <p:cNvSpPr/>
            <p:nvPr/>
          </p:nvSpPr>
          <p:spPr>
            <a:xfrm rot="18900000">
              <a:off x="2549520" y="-4435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06" name="Google Shape;183;p3"/>
            <p:cNvSpPr/>
            <p:nvPr/>
          </p:nvSpPr>
          <p:spPr>
            <a:xfrm rot="18900000">
              <a:off x="1359000" y="-1148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07" name="Google Shape;184;p3"/>
            <p:cNvSpPr/>
            <p:nvPr/>
          </p:nvSpPr>
          <p:spPr>
            <a:xfrm rot="18900000">
              <a:off x="506520" y="2372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08" name="Google Shape;185;p3"/>
            <p:cNvSpPr/>
            <p:nvPr/>
          </p:nvSpPr>
          <p:spPr>
            <a:xfrm rot="18900000">
              <a:off x="-399960" y="6181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4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3" r:id="rId3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1" name="Google Shape;94;p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6412" name="Google Shape;95;p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6413" name="Google Shape;96;p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14" name="Google Shape;97;p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15" name="Google Shape;98;p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16" name="Google Shape;99;p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6417" name="Google Shape;100;p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18" name="Google Shape;101;p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19" name="Google Shape;102;p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20" name="Google Shape;103;p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6421" name="Google Shape;104;p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22" name="Google Shape;105;p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23" name="Google Shape;106;p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24" name="Google Shape;107;p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6425" name="Google Shape;108;p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26" name="Google Shape;109;p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27" name="Google Shape;110;p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28" name="Google Shape;111;p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6429" name="Google Shape;112;p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30" name="Google Shape;113;p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31" name="Google Shape;114;p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32" name="Google Shape;115;p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6433" name="Google Shape;116;p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34" name="Google Shape;117;p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35" name="Google Shape;118;p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36" name="Google Shape;119;p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6437" name="Google Shape;120;p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38" name="Google Shape;121;p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39" name="Google Shape;122;p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40" name="Google Shape;123;p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6441" name="Google Shape;124;p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42" name="Google Shape;125;p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43" name="Google Shape;126;p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44" name="Google Shape;127;p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6445" name="Google Shape;128;p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46" name="Google Shape;129;p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47" name="Google Shape;130;p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48" name="Google Shape;131;p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6449" name="Google Shape;132;p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50" name="Google Shape;133;p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51" name="Google Shape;134;p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52" name="Google Shape;135;p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6453" name="Google Shape;136;p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54" name="Google Shape;137;p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55" name="Google Shape;138;p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56" name="Google Shape;139;p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6457" name="Google Shape;140;p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58" name="Google Shape;141;p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59" name="Google Shape;142;p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60" name="Google Shape;143;p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6461" name="Google Shape;144;p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62" name="Google Shape;145;p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63" name="Google Shape;146;p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64" name="Google Shape;147;p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6465" name="Google Shape;148;p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66" name="Google Shape;149;p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67" name="Google Shape;150;p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68" name="Google Shape;151;p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6469" name="Google Shape;152;p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70" name="Google Shape;153;p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71" name="Google Shape;154;p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72" name="Google Shape;155;p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473" name="Google Shape;156;p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74" name="Google Shape;157;p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75" name="Google Shape;158;p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76" name="Google Shape;159;p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477" name="Google Shape;160;p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78" name="Google Shape;161;p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79" name="Google Shape;162;p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80" name="Google Shape;163;p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481" name="Google Shape;164;p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82" name="Google Shape;165;p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83" name="Google Shape;166;p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84" name="Google Shape;167;p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485" name="Google Shape;168;p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86" name="Google Shape;169;p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87" name="Google Shape;170;p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488" name="Google Shape;171;p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6489" name="Google Shape;172;p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90" name="Google Shape;173;p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491" name="Google Shape;174;p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6492" name="Google Shape;175;p3" descr=""/>
          <p:cNvPicPr/>
          <p:nvPr/>
        </p:nvPicPr>
        <p:blipFill>
          <a:blip r:embed="rId2"/>
          <a:srcRect l="-9019" t="0" r="9019" b="11855"/>
          <a:stretch/>
        </p:blipFill>
        <p:spPr>
          <a:xfrm rot="16200000">
            <a:off x="5496120" y="1510920"/>
            <a:ext cx="5160600" cy="2128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6493" name="Google Shape;176;p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494" name="Google Shape;177;p3"/>
          <p:cNvGrpSpPr/>
          <p:nvPr/>
        </p:nvGrpSpPr>
        <p:grpSpPr>
          <a:xfrm>
            <a:off x="-868320" y="-1018080"/>
            <a:ext cx="3806640" cy="2251800"/>
            <a:chOff x="-868320" y="-1018080"/>
            <a:chExt cx="3806640" cy="2251800"/>
          </a:xfrm>
        </p:grpSpPr>
        <p:sp>
          <p:nvSpPr>
            <p:cNvPr id="6495" name="Google Shape;178;p3"/>
            <p:cNvSpPr/>
            <p:nvPr/>
          </p:nvSpPr>
          <p:spPr>
            <a:xfrm>
              <a:off x="-868320" y="-101808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96" name="Google Shape;179;p3"/>
            <p:cNvSpPr/>
            <p:nvPr/>
          </p:nvSpPr>
          <p:spPr>
            <a:xfrm>
              <a:off x="-125280" y="672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97" name="Google Shape;180;p3"/>
            <p:cNvSpPr/>
            <p:nvPr/>
          </p:nvSpPr>
          <p:spPr>
            <a:xfrm>
              <a:off x="860400" y="405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98" name="Google Shape;181;p3"/>
            <p:cNvSpPr/>
            <p:nvPr/>
          </p:nvSpPr>
          <p:spPr>
            <a:xfrm>
              <a:off x="1846440" y="-1227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99" name="Google Shape;182;p3"/>
            <p:cNvSpPr/>
            <p:nvPr/>
          </p:nvSpPr>
          <p:spPr>
            <a:xfrm rot="18900000">
              <a:off x="2549520" y="-4435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00" name="Google Shape;183;p3"/>
            <p:cNvSpPr/>
            <p:nvPr/>
          </p:nvSpPr>
          <p:spPr>
            <a:xfrm rot="18900000">
              <a:off x="1359000" y="-1148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01" name="Google Shape;184;p3"/>
            <p:cNvSpPr/>
            <p:nvPr/>
          </p:nvSpPr>
          <p:spPr>
            <a:xfrm rot="18900000">
              <a:off x="506520" y="2372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02" name="Google Shape;185;p3"/>
            <p:cNvSpPr/>
            <p:nvPr/>
          </p:nvSpPr>
          <p:spPr>
            <a:xfrm rot="18900000">
              <a:off x="-399960" y="6181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5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5" r:id="rId3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5" name="Google Shape;94;p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6506" name="Google Shape;95;p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6507" name="Google Shape;96;p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08" name="Google Shape;97;p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09" name="Google Shape;98;p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10" name="Google Shape;99;p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6511" name="Google Shape;100;p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12" name="Google Shape;101;p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13" name="Google Shape;102;p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14" name="Google Shape;103;p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6515" name="Google Shape;104;p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16" name="Google Shape;105;p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17" name="Google Shape;106;p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18" name="Google Shape;107;p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6519" name="Google Shape;108;p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20" name="Google Shape;109;p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21" name="Google Shape;110;p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22" name="Google Shape;111;p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6523" name="Google Shape;112;p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24" name="Google Shape;113;p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25" name="Google Shape;114;p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26" name="Google Shape;115;p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6527" name="Google Shape;116;p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28" name="Google Shape;117;p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29" name="Google Shape;118;p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30" name="Google Shape;119;p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6531" name="Google Shape;120;p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32" name="Google Shape;121;p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33" name="Google Shape;122;p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34" name="Google Shape;123;p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6535" name="Google Shape;124;p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36" name="Google Shape;125;p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37" name="Google Shape;126;p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38" name="Google Shape;127;p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6539" name="Google Shape;128;p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40" name="Google Shape;129;p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41" name="Google Shape;130;p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42" name="Google Shape;131;p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6543" name="Google Shape;132;p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44" name="Google Shape;133;p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45" name="Google Shape;134;p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46" name="Google Shape;135;p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6547" name="Google Shape;136;p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48" name="Google Shape;137;p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49" name="Google Shape;138;p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50" name="Google Shape;139;p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6551" name="Google Shape;140;p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52" name="Google Shape;141;p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53" name="Google Shape;142;p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54" name="Google Shape;143;p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6555" name="Google Shape;144;p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56" name="Google Shape;145;p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57" name="Google Shape;146;p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58" name="Google Shape;147;p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6559" name="Google Shape;148;p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60" name="Google Shape;149;p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61" name="Google Shape;150;p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62" name="Google Shape;151;p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6563" name="Google Shape;152;p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64" name="Google Shape;153;p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65" name="Google Shape;154;p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66" name="Google Shape;155;p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567" name="Google Shape;156;p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68" name="Google Shape;157;p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69" name="Google Shape;158;p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70" name="Google Shape;159;p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571" name="Google Shape;160;p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72" name="Google Shape;161;p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73" name="Google Shape;162;p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74" name="Google Shape;163;p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575" name="Google Shape;164;p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76" name="Google Shape;165;p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77" name="Google Shape;166;p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78" name="Google Shape;167;p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579" name="Google Shape;168;p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80" name="Google Shape;169;p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81" name="Google Shape;170;p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582" name="Google Shape;171;p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6583" name="Google Shape;172;p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84" name="Google Shape;173;p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585" name="Google Shape;174;p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6586" name="Google Shape;175;p3" descr=""/>
          <p:cNvPicPr/>
          <p:nvPr/>
        </p:nvPicPr>
        <p:blipFill>
          <a:blip r:embed="rId2"/>
          <a:srcRect l="-9019" t="0" r="9019" b="11855"/>
          <a:stretch/>
        </p:blipFill>
        <p:spPr>
          <a:xfrm rot="16200000">
            <a:off x="5496120" y="1510920"/>
            <a:ext cx="5160600" cy="2128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6587" name="Google Shape;176;p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588" name="Google Shape;177;p3"/>
          <p:cNvGrpSpPr/>
          <p:nvPr/>
        </p:nvGrpSpPr>
        <p:grpSpPr>
          <a:xfrm>
            <a:off x="-868320" y="-1018080"/>
            <a:ext cx="3806640" cy="2251800"/>
            <a:chOff x="-868320" y="-1018080"/>
            <a:chExt cx="3806640" cy="2251800"/>
          </a:xfrm>
        </p:grpSpPr>
        <p:sp>
          <p:nvSpPr>
            <p:cNvPr id="6589" name="Google Shape;178;p3"/>
            <p:cNvSpPr/>
            <p:nvPr/>
          </p:nvSpPr>
          <p:spPr>
            <a:xfrm>
              <a:off x="-868320" y="-101808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90" name="Google Shape;179;p3"/>
            <p:cNvSpPr/>
            <p:nvPr/>
          </p:nvSpPr>
          <p:spPr>
            <a:xfrm>
              <a:off x="-125280" y="672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91" name="Google Shape;180;p3"/>
            <p:cNvSpPr/>
            <p:nvPr/>
          </p:nvSpPr>
          <p:spPr>
            <a:xfrm>
              <a:off x="860400" y="405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92" name="Google Shape;181;p3"/>
            <p:cNvSpPr/>
            <p:nvPr/>
          </p:nvSpPr>
          <p:spPr>
            <a:xfrm>
              <a:off x="1846440" y="-1227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93" name="Google Shape;182;p3"/>
            <p:cNvSpPr/>
            <p:nvPr/>
          </p:nvSpPr>
          <p:spPr>
            <a:xfrm rot="18900000">
              <a:off x="2549520" y="-4435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94" name="Google Shape;183;p3"/>
            <p:cNvSpPr/>
            <p:nvPr/>
          </p:nvSpPr>
          <p:spPr>
            <a:xfrm rot="18900000">
              <a:off x="1359000" y="-1148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95" name="Google Shape;184;p3"/>
            <p:cNvSpPr/>
            <p:nvPr/>
          </p:nvSpPr>
          <p:spPr>
            <a:xfrm rot="18900000">
              <a:off x="506520" y="2372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96" name="Google Shape;185;p3"/>
            <p:cNvSpPr/>
            <p:nvPr/>
          </p:nvSpPr>
          <p:spPr>
            <a:xfrm rot="18900000">
              <a:off x="-399960" y="6181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5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7" r:id="rId3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9" name="Google Shape;94;p3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6600" name="Google Shape;95;p3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6601" name="Google Shape;96;p3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02" name="Google Shape;97;p3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03" name="Google Shape;98;p3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04" name="Google Shape;99;p3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6605" name="Google Shape;100;p3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06" name="Google Shape;101;p3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07" name="Google Shape;102;p3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08" name="Google Shape;103;p3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6609" name="Google Shape;104;p3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10" name="Google Shape;105;p3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11" name="Google Shape;106;p3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12" name="Google Shape;107;p3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6613" name="Google Shape;108;p3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14" name="Google Shape;109;p3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15" name="Google Shape;110;p3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16" name="Google Shape;111;p3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6617" name="Google Shape;112;p3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18" name="Google Shape;113;p3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19" name="Google Shape;114;p3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20" name="Google Shape;115;p3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6621" name="Google Shape;116;p3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22" name="Google Shape;117;p3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23" name="Google Shape;118;p3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24" name="Google Shape;119;p3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6625" name="Google Shape;120;p3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26" name="Google Shape;121;p3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27" name="Google Shape;122;p3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28" name="Google Shape;123;p3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6629" name="Google Shape;124;p3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30" name="Google Shape;125;p3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31" name="Google Shape;126;p3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32" name="Google Shape;127;p3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6633" name="Google Shape;128;p3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34" name="Google Shape;129;p3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35" name="Google Shape;130;p3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36" name="Google Shape;131;p3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6637" name="Google Shape;132;p3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38" name="Google Shape;133;p3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39" name="Google Shape;134;p3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40" name="Google Shape;135;p3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6641" name="Google Shape;136;p3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42" name="Google Shape;137;p3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43" name="Google Shape;138;p3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44" name="Google Shape;139;p3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6645" name="Google Shape;140;p3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46" name="Google Shape;141;p3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47" name="Google Shape;142;p3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48" name="Google Shape;143;p3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6649" name="Google Shape;144;p3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50" name="Google Shape;145;p3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51" name="Google Shape;146;p3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52" name="Google Shape;147;p3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6653" name="Google Shape;148;p3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54" name="Google Shape;149;p3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55" name="Google Shape;150;p3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56" name="Google Shape;151;p3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6657" name="Google Shape;152;p3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58" name="Google Shape;153;p3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59" name="Google Shape;154;p3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60" name="Google Shape;155;p3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661" name="Google Shape;156;p3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62" name="Google Shape;157;p3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63" name="Google Shape;158;p3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64" name="Google Shape;159;p3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665" name="Google Shape;160;p3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66" name="Google Shape;161;p3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67" name="Google Shape;162;p3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68" name="Google Shape;163;p3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669" name="Google Shape;164;p3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70" name="Google Shape;165;p3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71" name="Google Shape;166;p3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72" name="Google Shape;167;p3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673" name="Google Shape;168;p3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74" name="Google Shape;169;p3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75" name="Google Shape;170;p3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76" name="Google Shape;171;p3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6677" name="Google Shape;172;p3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78" name="Google Shape;173;p3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79" name="Google Shape;174;p3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6680" name="Google Shape;175;p3" descr=""/>
          <p:cNvPicPr/>
          <p:nvPr/>
        </p:nvPicPr>
        <p:blipFill>
          <a:blip r:embed="rId2"/>
          <a:srcRect l="-9019" t="0" r="9019" b="11855"/>
          <a:stretch/>
        </p:blipFill>
        <p:spPr>
          <a:xfrm rot="16200000">
            <a:off x="5496120" y="1510920"/>
            <a:ext cx="5160600" cy="21286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6681" name="Google Shape;176;p3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682" name="Google Shape;177;p3"/>
          <p:cNvGrpSpPr/>
          <p:nvPr/>
        </p:nvGrpSpPr>
        <p:grpSpPr>
          <a:xfrm>
            <a:off x="-868320" y="-1018080"/>
            <a:ext cx="3806640" cy="2251800"/>
            <a:chOff x="-868320" y="-1018080"/>
            <a:chExt cx="3806640" cy="2251800"/>
          </a:xfrm>
        </p:grpSpPr>
        <p:sp>
          <p:nvSpPr>
            <p:cNvPr id="6683" name="Google Shape;178;p3"/>
            <p:cNvSpPr/>
            <p:nvPr/>
          </p:nvSpPr>
          <p:spPr>
            <a:xfrm>
              <a:off x="-868320" y="-101808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684" name="Google Shape;179;p3"/>
            <p:cNvSpPr/>
            <p:nvPr/>
          </p:nvSpPr>
          <p:spPr>
            <a:xfrm>
              <a:off x="-125280" y="6724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685" name="Google Shape;180;p3"/>
            <p:cNvSpPr/>
            <p:nvPr/>
          </p:nvSpPr>
          <p:spPr>
            <a:xfrm>
              <a:off x="860400" y="4057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686" name="Google Shape;181;p3"/>
            <p:cNvSpPr/>
            <p:nvPr/>
          </p:nvSpPr>
          <p:spPr>
            <a:xfrm>
              <a:off x="1846440" y="-1227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3d44b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687" name="Google Shape;182;p3"/>
            <p:cNvSpPr/>
            <p:nvPr/>
          </p:nvSpPr>
          <p:spPr>
            <a:xfrm rot="18900000">
              <a:off x="2549520" y="-4435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688" name="Google Shape;183;p3"/>
            <p:cNvSpPr/>
            <p:nvPr/>
          </p:nvSpPr>
          <p:spPr>
            <a:xfrm rot="18900000">
              <a:off x="1359000" y="-1148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689" name="Google Shape;184;p3"/>
            <p:cNvSpPr/>
            <p:nvPr/>
          </p:nvSpPr>
          <p:spPr>
            <a:xfrm rot="18900000">
              <a:off x="506520" y="2372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690" name="Google Shape;185;p3"/>
            <p:cNvSpPr/>
            <p:nvPr/>
          </p:nvSpPr>
          <p:spPr>
            <a:xfrm rot="18900000">
              <a:off x="-399960" y="61812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6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9" r:id="rId3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3" name="Google Shape;1849;p24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6694" name="Google Shape;1850;p24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6695" name="Google Shape;1851;p24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96" name="Google Shape;1852;p24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697" name="Google Shape;1853;p24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698" name="Google Shape;1854;p24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6699" name="Google Shape;1855;p24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00" name="Google Shape;1856;p24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01" name="Google Shape;1857;p24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02" name="Google Shape;1858;p24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6703" name="Google Shape;1859;p24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04" name="Google Shape;1860;p24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05" name="Google Shape;1861;p24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06" name="Google Shape;1862;p24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6707" name="Google Shape;1863;p24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08" name="Google Shape;1864;p24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09" name="Google Shape;1865;p24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10" name="Google Shape;1866;p24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6711" name="Google Shape;1867;p24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12" name="Google Shape;1868;p24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13" name="Google Shape;1869;p24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14" name="Google Shape;1870;p24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6715" name="Google Shape;1871;p24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16" name="Google Shape;1872;p24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17" name="Google Shape;1873;p24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18" name="Google Shape;1874;p24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6719" name="Google Shape;1875;p24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20" name="Google Shape;1876;p24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21" name="Google Shape;1877;p24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22" name="Google Shape;1878;p24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6723" name="Google Shape;1879;p24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24" name="Google Shape;1880;p24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25" name="Google Shape;1881;p24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26" name="Google Shape;1882;p24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6727" name="Google Shape;1883;p24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28" name="Google Shape;1884;p24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29" name="Google Shape;1885;p24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30" name="Google Shape;1886;p24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6731" name="Google Shape;1887;p24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32" name="Google Shape;1888;p24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33" name="Google Shape;1889;p24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34" name="Google Shape;1890;p24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6735" name="Google Shape;1891;p24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36" name="Google Shape;1892;p24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37" name="Google Shape;1893;p24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38" name="Google Shape;1894;p24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6739" name="Google Shape;1895;p24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40" name="Google Shape;1896;p24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41" name="Google Shape;1897;p24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42" name="Google Shape;1898;p24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6743" name="Google Shape;1899;p24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44" name="Google Shape;1900;p24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45" name="Google Shape;1901;p24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46" name="Google Shape;1902;p24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6747" name="Google Shape;1903;p24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48" name="Google Shape;1904;p24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49" name="Google Shape;1905;p24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50" name="Google Shape;1906;p24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6751" name="Google Shape;1907;p24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52" name="Google Shape;1908;p24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53" name="Google Shape;1909;p24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54" name="Google Shape;1910;p24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755" name="Google Shape;1911;p24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56" name="Google Shape;1912;p24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57" name="Google Shape;1913;p24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58" name="Google Shape;1914;p24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759" name="Google Shape;1915;p24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60" name="Google Shape;1916;p24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61" name="Google Shape;1917;p24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62" name="Google Shape;1918;p24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763" name="Google Shape;1919;p24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64" name="Google Shape;1920;p24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65" name="Google Shape;1921;p24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66" name="Google Shape;1922;p24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767" name="Google Shape;1923;p24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68" name="Google Shape;1924;p24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69" name="Google Shape;1925;p24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70" name="Google Shape;1926;p24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6771" name="Google Shape;1927;p24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72" name="Google Shape;1928;p24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73" name="Google Shape;1929;p24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6774" name="Google Shape;1930;p24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775" name="Google Shape;1934;p24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6776" name="Google Shape;1935;p24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77" name="Google Shape;1936;p24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78" name="Google Shape;1937;p24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79" name="Google Shape;1938;p24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80" name="Google Shape;1939;p24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81" name="Google Shape;1940;p24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82" name="Google Shape;1941;p24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83" name="Google Shape;1942;p24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7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1" r:id="rId2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88" name="Google Shape;1849;p24"/>
          <p:cNvGrpSpPr/>
          <p:nvPr/>
        </p:nvGrpSpPr>
        <p:grpSpPr>
          <a:xfrm>
            <a:off x="0" y="0"/>
            <a:ext cx="9140760" cy="5138640"/>
            <a:chOff x="0" y="0"/>
            <a:chExt cx="9140760" cy="5138640"/>
          </a:xfrm>
        </p:grpSpPr>
        <p:grpSp>
          <p:nvGrpSpPr>
            <p:cNvPr id="6789" name="Google Shape;1850;p24"/>
            <p:cNvGrpSpPr/>
            <p:nvPr/>
          </p:nvGrpSpPr>
          <p:grpSpPr>
            <a:xfrm>
              <a:off x="8611920" y="0"/>
              <a:ext cx="1440" cy="5138640"/>
              <a:chOff x="8611920" y="0"/>
              <a:chExt cx="1440" cy="5138640"/>
            </a:xfrm>
          </p:grpSpPr>
          <p:sp>
            <p:nvSpPr>
              <p:cNvPr id="6790" name="Google Shape;1851;p24"/>
              <p:cNvSpPr/>
              <p:nvPr/>
            </p:nvSpPr>
            <p:spPr>
              <a:xfrm>
                <a:off x="861192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91" name="Google Shape;1852;p24"/>
              <p:cNvSpPr/>
              <p:nvPr/>
            </p:nvSpPr>
            <p:spPr>
              <a:xfrm>
                <a:off x="861192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92" name="Google Shape;1853;p24"/>
              <p:cNvSpPr/>
              <p:nvPr/>
            </p:nvSpPr>
            <p:spPr>
              <a:xfrm>
                <a:off x="861192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93" name="Google Shape;1854;p24"/>
            <p:cNvGrpSpPr/>
            <p:nvPr/>
          </p:nvGrpSpPr>
          <p:grpSpPr>
            <a:xfrm>
              <a:off x="7877160" y="0"/>
              <a:ext cx="1440" cy="5138640"/>
              <a:chOff x="7877160" y="0"/>
              <a:chExt cx="1440" cy="5138640"/>
            </a:xfrm>
          </p:grpSpPr>
          <p:sp>
            <p:nvSpPr>
              <p:cNvPr id="6794" name="Google Shape;1855;p24"/>
              <p:cNvSpPr/>
              <p:nvPr/>
            </p:nvSpPr>
            <p:spPr>
              <a:xfrm>
                <a:off x="787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95" name="Google Shape;1856;p24"/>
              <p:cNvSpPr/>
              <p:nvPr/>
            </p:nvSpPr>
            <p:spPr>
              <a:xfrm>
                <a:off x="787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96" name="Google Shape;1857;p24"/>
              <p:cNvSpPr/>
              <p:nvPr/>
            </p:nvSpPr>
            <p:spPr>
              <a:xfrm>
                <a:off x="787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797" name="Google Shape;1858;p24"/>
            <p:cNvGrpSpPr/>
            <p:nvPr/>
          </p:nvGrpSpPr>
          <p:grpSpPr>
            <a:xfrm>
              <a:off x="7142400" y="0"/>
              <a:ext cx="1440" cy="5138640"/>
              <a:chOff x="7142400" y="0"/>
              <a:chExt cx="1440" cy="5138640"/>
            </a:xfrm>
          </p:grpSpPr>
          <p:sp>
            <p:nvSpPr>
              <p:cNvPr id="6798" name="Google Shape;1859;p24"/>
              <p:cNvSpPr/>
              <p:nvPr/>
            </p:nvSpPr>
            <p:spPr>
              <a:xfrm>
                <a:off x="714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799" name="Google Shape;1860;p24"/>
              <p:cNvSpPr/>
              <p:nvPr/>
            </p:nvSpPr>
            <p:spPr>
              <a:xfrm>
                <a:off x="714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00" name="Google Shape;1861;p24"/>
              <p:cNvSpPr/>
              <p:nvPr/>
            </p:nvSpPr>
            <p:spPr>
              <a:xfrm>
                <a:off x="714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01" name="Google Shape;1862;p24"/>
            <p:cNvGrpSpPr/>
            <p:nvPr/>
          </p:nvGrpSpPr>
          <p:grpSpPr>
            <a:xfrm>
              <a:off x="6408000" y="0"/>
              <a:ext cx="1440" cy="5138640"/>
              <a:chOff x="6408000" y="0"/>
              <a:chExt cx="1440" cy="5138640"/>
            </a:xfrm>
          </p:grpSpPr>
          <p:sp>
            <p:nvSpPr>
              <p:cNvPr id="6802" name="Google Shape;1863;p24"/>
              <p:cNvSpPr/>
              <p:nvPr/>
            </p:nvSpPr>
            <p:spPr>
              <a:xfrm>
                <a:off x="640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03" name="Google Shape;1864;p24"/>
              <p:cNvSpPr/>
              <p:nvPr/>
            </p:nvSpPr>
            <p:spPr>
              <a:xfrm>
                <a:off x="640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04" name="Google Shape;1865;p24"/>
              <p:cNvSpPr/>
              <p:nvPr/>
            </p:nvSpPr>
            <p:spPr>
              <a:xfrm>
                <a:off x="640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05" name="Google Shape;1866;p24"/>
            <p:cNvGrpSpPr/>
            <p:nvPr/>
          </p:nvGrpSpPr>
          <p:grpSpPr>
            <a:xfrm>
              <a:off x="5673600" y="0"/>
              <a:ext cx="1440" cy="5138640"/>
              <a:chOff x="5673600" y="0"/>
              <a:chExt cx="1440" cy="5138640"/>
            </a:xfrm>
          </p:grpSpPr>
          <p:sp>
            <p:nvSpPr>
              <p:cNvPr id="6806" name="Google Shape;1867;p24"/>
              <p:cNvSpPr/>
              <p:nvPr/>
            </p:nvSpPr>
            <p:spPr>
              <a:xfrm>
                <a:off x="56736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07" name="Google Shape;1868;p24"/>
              <p:cNvSpPr/>
              <p:nvPr/>
            </p:nvSpPr>
            <p:spPr>
              <a:xfrm>
                <a:off x="56736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08" name="Google Shape;1869;p24"/>
              <p:cNvSpPr/>
              <p:nvPr/>
            </p:nvSpPr>
            <p:spPr>
              <a:xfrm>
                <a:off x="56736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09" name="Google Shape;1870;p24"/>
            <p:cNvGrpSpPr/>
            <p:nvPr/>
          </p:nvGrpSpPr>
          <p:grpSpPr>
            <a:xfrm>
              <a:off x="4938840" y="0"/>
              <a:ext cx="1440" cy="5138640"/>
              <a:chOff x="4938840" y="0"/>
              <a:chExt cx="1440" cy="5138640"/>
            </a:xfrm>
          </p:grpSpPr>
          <p:sp>
            <p:nvSpPr>
              <p:cNvPr id="6810" name="Google Shape;1871;p24"/>
              <p:cNvSpPr/>
              <p:nvPr/>
            </p:nvSpPr>
            <p:spPr>
              <a:xfrm>
                <a:off x="493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11" name="Google Shape;1872;p24"/>
              <p:cNvSpPr/>
              <p:nvPr/>
            </p:nvSpPr>
            <p:spPr>
              <a:xfrm>
                <a:off x="493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12" name="Google Shape;1873;p24"/>
              <p:cNvSpPr/>
              <p:nvPr/>
            </p:nvSpPr>
            <p:spPr>
              <a:xfrm>
                <a:off x="493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13" name="Google Shape;1874;p24"/>
            <p:cNvGrpSpPr/>
            <p:nvPr/>
          </p:nvGrpSpPr>
          <p:grpSpPr>
            <a:xfrm>
              <a:off x="4201560" y="0"/>
              <a:ext cx="1440" cy="5138640"/>
              <a:chOff x="4201560" y="0"/>
              <a:chExt cx="1440" cy="5138640"/>
            </a:xfrm>
          </p:grpSpPr>
          <p:sp>
            <p:nvSpPr>
              <p:cNvPr id="6814" name="Google Shape;1875;p24"/>
              <p:cNvSpPr/>
              <p:nvPr/>
            </p:nvSpPr>
            <p:spPr>
              <a:xfrm>
                <a:off x="42015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15" name="Google Shape;1876;p24"/>
              <p:cNvSpPr/>
              <p:nvPr/>
            </p:nvSpPr>
            <p:spPr>
              <a:xfrm>
                <a:off x="42015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16" name="Google Shape;1877;p24"/>
              <p:cNvSpPr/>
              <p:nvPr/>
            </p:nvSpPr>
            <p:spPr>
              <a:xfrm>
                <a:off x="42015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17" name="Google Shape;1878;p24"/>
            <p:cNvGrpSpPr/>
            <p:nvPr/>
          </p:nvGrpSpPr>
          <p:grpSpPr>
            <a:xfrm>
              <a:off x="3467160" y="0"/>
              <a:ext cx="1440" cy="5138640"/>
              <a:chOff x="3467160" y="0"/>
              <a:chExt cx="1440" cy="5138640"/>
            </a:xfrm>
          </p:grpSpPr>
          <p:sp>
            <p:nvSpPr>
              <p:cNvPr id="6818" name="Google Shape;1879;p24"/>
              <p:cNvSpPr/>
              <p:nvPr/>
            </p:nvSpPr>
            <p:spPr>
              <a:xfrm>
                <a:off x="346716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19" name="Google Shape;1880;p24"/>
              <p:cNvSpPr/>
              <p:nvPr/>
            </p:nvSpPr>
            <p:spPr>
              <a:xfrm>
                <a:off x="346716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20" name="Google Shape;1881;p24"/>
              <p:cNvSpPr/>
              <p:nvPr/>
            </p:nvSpPr>
            <p:spPr>
              <a:xfrm>
                <a:off x="346716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21" name="Google Shape;1882;p24"/>
            <p:cNvGrpSpPr/>
            <p:nvPr/>
          </p:nvGrpSpPr>
          <p:grpSpPr>
            <a:xfrm>
              <a:off x="2732400" y="0"/>
              <a:ext cx="1440" cy="5138640"/>
              <a:chOff x="2732400" y="0"/>
              <a:chExt cx="1440" cy="5138640"/>
            </a:xfrm>
          </p:grpSpPr>
          <p:sp>
            <p:nvSpPr>
              <p:cNvPr id="6822" name="Google Shape;1883;p24"/>
              <p:cNvSpPr/>
              <p:nvPr/>
            </p:nvSpPr>
            <p:spPr>
              <a:xfrm>
                <a:off x="27324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23" name="Google Shape;1884;p24"/>
              <p:cNvSpPr/>
              <p:nvPr/>
            </p:nvSpPr>
            <p:spPr>
              <a:xfrm>
                <a:off x="27324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24" name="Google Shape;1885;p24"/>
              <p:cNvSpPr/>
              <p:nvPr/>
            </p:nvSpPr>
            <p:spPr>
              <a:xfrm>
                <a:off x="27324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25" name="Google Shape;1886;p24"/>
            <p:cNvGrpSpPr/>
            <p:nvPr/>
          </p:nvGrpSpPr>
          <p:grpSpPr>
            <a:xfrm>
              <a:off x="1998000" y="0"/>
              <a:ext cx="1440" cy="5138640"/>
              <a:chOff x="1998000" y="0"/>
              <a:chExt cx="1440" cy="5138640"/>
            </a:xfrm>
          </p:grpSpPr>
          <p:sp>
            <p:nvSpPr>
              <p:cNvPr id="6826" name="Google Shape;1887;p24"/>
              <p:cNvSpPr/>
              <p:nvPr/>
            </p:nvSpPr>
            <p:spPr>
              <a:xfrm>
                <a:off x="199800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27" name="Google Shape;1888;p24"/>
              <p:cNvSpPr/>
              <p:nvPr/>
            </p:nvSpPr>
            <p:spPr>
              <a:xfrm>
                <a:off x="199800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28" name="Google Shape;1889;p24"/>
              <p:cNvSpPr/>
              <p:nvPr/>
            </p:nvSpPr>
            <p:spPr>
              <a:xfrm>
                <a:off x="199800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29" name="Google Shape;1890;p24"/>
            <p:cNvGrpSpPr/>
            <p:nvPr/>
          </p:nvGrpSpPr>
          <p:grpSpPr>
            <a:xfrm>
              <a:off x="1263240" y="0"/>
              <a:ext cx="1440" cy="5138640"/>
              <a:chOff x="1263240" y="0"/>
              <a:chExt cx="1440" cy="5138640"/>
            </a:xfrm>
          </p:grpSpPr>
          <p:sp>
            <p:nvSpPr>
              <p:cNvPr id="6830" name="Google Shape;1891;p24"/>
              <p:cNvSpPr/>
              <p:nvPr/>
            </p:nvSpPr>
            <p:spPr>
              <a:xfrm>
                <a:off x="12632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31" name="Google Shape;1892;p24"/>
              <p:cNvSpPr/>
              <p:nvPr/>
            </p:nvSpPr>
            <p:spPr>
              <a:xfrm>
                <a:off x="12632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32" name="Google Shape;1893;p24"/>
              <p:cNvSpPr/>
              <p:nvPr/>
            </p:nvSpPr>
            <p:spPr>
              <a:xfrm>
                <a:off x="12632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33" name="Google Shape;1894;p24"/>
            <p:cNvGrpSpPr/>
            <p:nvPr/>
          </p:nvGrpSpPr>
          <p:grpSpPr>
            <a:xfrm>
              <a:off x="528840" y="0"/>
              <a:ext cx="1440" cy="5138640"/>
              <a:chOff x="528840" y="0"/>
              <a:chExt cx="1440" cy="5138640"/>
            </a:xfrm>
          </p:grpSpPr>
          <p:sp>
            <p:nvSpPr>
              <p:cNvPr id="6834" name="Google Shape;1895;p24"/>
              <p:cNvSpPr/>
              <p:nvPr/>
            </p:nvSpPr>
            <p:spPr>
              <a:xfrm>
                <a:off x="528840" y="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35" name="Google Shape;1896;p24"/>
              <p:cNvSpPr/>
              <p:nvPr/>
            </p:nvSpPr>
            <p:spPr>
              <a:xfrm>
                <a:off x="528840" y="50040"/>
                <a:ext cx="1440" cy="505548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5055480"/>
                  <a:gd name="textAreaBottom" fmla="*/ 5058720 h 5055480"/>
                </a:gdLst>
                <a:ahLst/>
                <a:rect l="textAreaLeft" t="textAreaTop" r="textAreaRight" b="textAreaBottom"/>
                <a:pathLst>
                  <a:path w="6350" h="6744843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36" name="Google Shape;1897;p24"/>
              <p:cNvSpPr/>
              <p:nvPr/>
            </p:nvSpPr>
            <p:spPr>
              <a:xfrm>
                <a:off x="528840" y="5125320"/>
                <a:ext cx="1440" cy="13320"/>
              </a:xfrm>
              <a:custGeom>
                <a:avLst/>
                <a:gdLst>
                  <a:gd name="textAreaLeft" fmla="*/ 0 w 1440"/>
                  <a:gd name="textAreaRight" fmla="*/ 4680 w 1440"/>
                  <a:gd name="textAreaTop" fmla="*/ 0 h 13320"/>
                  <a:gd name="textAreaBottom" fmla="*/ 16560 h 13320"/>
                </a:gdLst>
                <a:ahLst/>
                <a:rect l="textAreaLeft" t="textAreaTop" r="textAreaRight" b="textAreaBottom"/>
                <a:pathLst>
                  <a:path w="6350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280" bIns="82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37" name="Google Shape;1898;p24"/>
            <p:cNvGrpSpPr/>
            <p:nvPr/>
          </p:nvGrpSpPr>
          <p:grpSpPr>
            <a:xfrm>
              <a:off x="0" y="4569840"/>
              <a:ext cx="9140760" cy="1440"/>
              <a:chOff x="0" y="4569840"/>
              <a:chExt cx="9140760" cy="1440"/>
            </a:xfrm>
          </p:grpSpPr>
          <p:sp>
            <p:nvSpPr>
              <p:cNvPr id="6838" name="Google Shape;1899;p24"/>
              <p:cNvSpPr/>
              <p:nvPr/>
            </p:nvSpPr>
            <p:spPr>
              <a:xfrm>
                <a:off x="912744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39" name="Google Shape;1900;p24"/>
              <p:cNvSpPr/>
              <p:nvPr/>
            </p:nvSpPr>
            <p:spPr>
              <a:xfrm>
                <a:off x="33480" y="45698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40" name="Google Shape;1901;p24"/>
              <p:cNvSpPr/>
              <p:nvPr/>
            </p:nvSpPr>
            <p:spPr>
              <a:xfrm>
                <a:off x="0" y="45698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41" name="Google Shape;1902;p24"/>
            <p:cNvGrpSpPr/>
            <p:nvPr/>
          </p:nvGrpSpPr>
          <p:grpSpPr>
            <a:xfrm>
              <a:off x="0" y="3997800"/>
              <a:ext cx="9140760" cy="1440"/>
              <a:chOff x="0" y="3997800"/>
              <a:chExt cx="9140760" cy="1440"/>
            </a:xfrm>
          </p:grpSpPr>
          <p:sp>
            <p:nvSpPr>
              <p:cNvPr id="6842" name="Google Shape;1903;p24"/>
              <p:cNvSpPr/>
              <p:nvPr/>
            </p:nvSpPr>
            <p:spPr>
              <a:xfrm>
                <a:off x="912744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43" name="Google Shape;1904;p24"/>
              <p:cNvSpPr/>
              <p:nvPr/>
            </p:nvSpPr>
            <p:spPr>
              <a:xfrm>
                <a:off x="33480" y="399780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44" name="Google Shape;1905;p24"/>
              <p:cNvSpPr/>
              <p:nvPr/>
            </p:nvSpPr>
            <p:spPr>
              <a:xfrm>
                <a:off x="0" y="399780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45" name="Google Shape;1906;p24"/>
            <p:cNvGrpSpPr/>
            <p:nvPr/>
          </p:nvGrpSpPr>
          <p:grpSpPr>
            <a:xfrm>
              <a:off x="0" y="3425760"/>
              <a:ext cx="9140760" cy="1440"/>
              <a:chOff x="0" y="3425760"/>
              <a:chExt cx="9140760" cy="1440"/>
            </a:xfrm>
          </p:grpSpPr>
          <p:sp>
            <p:nvSpPr>
              <p:cNvPr id="6846" name="Google Shape;1907;p24"/>
              <p:cNvSpPr/>
              <p:nvPr/>
            </p:nvSpPr>
            <p:spPr>
              <a:xfrm>
                <a:off x="912744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47" name="Google Shape;1908;p24"/>
              <p:cNvSpPr/>
              <p:nvPr/>
            </p:nvSpPr>
            <p:spPr>
              <a:xfrm>
                <a:off x="33480" y="34257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48" name="Google Shape;1909;p24"/>
              <p:cNvSpPr/>
              <p:nvPr/>
            </p:nvSpPr>
            <p:spPr>
              <a:xfrm>
                <a:off x="0" y="34257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49" name="Google Shape;1910;p24"/>
            <p:cNvGrpSpPr/>
            <p:nvPr/>
          </p:nvGrpSpPr>
          <p:grpSpPr>
            <a:xfrm>
              <a:off x="0" y="2853720"/>
              <a:ext cx="9140760" cy="1440"/>
              <a:chOff x="0" y="2853720"/>
              <a:chExt cx="9140760" cy="1440"/>
            </a:xfrm>
          </p:grpSpPr>
          <p:sp>
            <p:nvSpPr>
              <p:cNvPr id="6850" name="Google Shape;1911;p24"/>
              <p:cNvSpPr/>
              <p:nvPr/>
            </p:nvSpPr>
            <p:spPr>
              <a:xfrm>
                <a:off x="912744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51" name="Google Shape;1912;p24"/>
              <p:cNvSpPr/>
              <p:nvPr/>
            </p:nvSpPr>
            <p:spPr>
              <a:xfrm>
                <a:off x="33480" y="28537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52" name="Google Shape;1913;p24"/>
              <p:cNvSpPr/>
              <p:nvPr/>
            </p:nvSpPr>
            <p:spPr>
              <a:xfrm>
                <a:off x="0" y="28537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53" name="Google Shape;1914;p24"/>
            <p:cNvGrpSpPr/>
            <p:nvPr/>
          </p:nvGrpSpPr>
          <p:grpSpPr>
            <a:xfrm>
              <a:off x="0" y="2288160"/>
              <a:ext cx="9140760" cy="1440"/>
              <a:chOff x="0" y="2288160"/>
              <a:chExt cx="9140760" cy="1440"/>
            </a:xfrm>
          </p:grpSpPr>
          <p:sp>
            <p:nvSpPr>
              <p:cNvPr id="6854" name="Google Shape;1915;p24"/>
              <p:cNvSpPr/>
              <p:nvPr/>
            </p:nvSpPr>
            <p:spPr>
              <a:xfrm>
                <a:off x="912744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55" name="Google Shape;1916;p24"/>
              <p:cNvSpPr/>
              <p:nvPr/>
            </p:nvSpPr>
            <p:spPr>
              <a:xfrm>
                <a:off x="33480" y="228816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56" name="Google Shape;1917;p24"/>
              <p:cNvSpPr/>
              <p:nvPr/>
            </p:nvSpPr>
            <p:spPr>
              <a:xfrm>
                <a:off x="0" y="228816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57" name="Google Shape;1918;p24"/>
            <p:cNvGrpSpPr/>
            <p:nvPr/>
          </p:nvGrpSpPr>
          <p:grpSpPr>
            <a:xfrm>
              <a:off x="0" y="1716120"/>
              <a:ext cx="9140760" cy="1440"/>
              <a:chOff x="0" y="1716120"/>
              <a:chExt cx="9140760" cy="1440"/>
            </a:xfrm>
          </p:grpSpPr>
          <p:sp>
            <p:nvSpPr>
              <p:cNvPr id="6858" name="Google Shape;1919;p24"/>
              <p:cNvSpPr/>
              <p:nvPr/>
            </p:nvSpPr>
            <p:spPr>
              <a:xfrm>
                <a:off x="912744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59" name="Google Shape;1920;p24"/>
              <p:cNvSpPr/>
              <p:nvPr/>
            </p:nvSpPr>
            <p:spPr>
              <a:xfrm>
                <a:off x="33480" y="171612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60" name="Google Shape;1921;p24"/>
              <p:cNvSpPr/>
              <p:nvPr/>
            </p:nvSpPr>
            <p:spPr>
              <a:xfrm>
                <a:off x="0" y="171612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61" name="Google Shape;1922;p24"/>
            <p:cNvGrpSpPr/>
            <p:nvPr/>
          </p:nvGrpSpPr>
          <p:grpSpPr>
            <a:xfrm>
              <a:off x="0" y="1144080"/>
              <a:ext cx="9140760" cy="1440"/>
              <a:chOff x="0" y="1144080"/>
              <a:chExt cx="9140760" cy="1440"/>
            </a:xfrm>
          </p:grpSpPr>
          <p:sp>
            <p:nvSpPr>
              <p:cNvPr id="6862" name="Google Shape;1923;p24"/>
              <p:cNvSpPr/>
              <p:nvPr/>
            </p:nvSpPr>
            <p:spPr>
              <a:xfrm>
                <a:off x="912744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63" name="Google Shape;1924;p24"/>
              <p:cNvSpPr/>
              <p:nvPr/>
            </p:nvSpPr>
            <p:spPr>
              <a:xfrm>
                <a:off x="33480" y="114408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64" name="Google Shape;1925;p24"/>
              <p:cNvSpPr/>
              <p:nvPr/>
            </p:nvSpPr>
            <p:spPr>
              <a:xfrm>
                <a:off x="0" y="114408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6865" name="Google Shape;1926;p24"/>
            <p:cNvGrpSpPr/>
            <p:nvPr/>
          </p:nvGrpSpPr>
          <p:grpSpPr>
            <a:xfrm>
              <a:off x="0" y="572040"/>
              <a:ext cx="9140760" cy="1440"/>
              <a:chOff x="0" y="572040"/>
              <a:chExt cx="9140760" cy="1440"/>
            </a:xfrm>
          </p:grpSpPr>
          <p:sp>
            <p:nvSpPr>
              <p:cNvPr id="6866" name="Google Shape;1927;p24"/>
              <p:cNvSpPr/>
              <p:nvPr/>
            </p:nvSpPr>
            <p:spPr>
              <a:xfrm>
                <a:off x="912744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67" name="Google Shape;1928;p24"/>
              <p:cNvSpPr/>
              <p:nvPr/>
            </p:nvSpPr>
            <p:spPr>
              <a:xfrm>
                <a:off x="33480" y="572040"/>
                <a:ext cx="9057240" cy="1440"/>
              </a:xfrm>
              <a:custGeom>
                <a:avLst/>
                <a:gdLst>
                  <a:gd name="textAreaLeft" fmla="*/ 0 w 9057240"/>
                  <a:gd name="textAreaRight" fmla="*/ 9060480 w 905724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12080811" h="6350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68" name="Google Shape;1929;p24"/>
              <p:cNvSpPr/>
              <p:nvPr/>
            </p:nvSpPr>
            <p:spPr>
              <a:xfrm>
                <a:off x="0" y="572040"/>
                <a:ext cx="13320" cy="1440"/>
              </a:xfrm>
              <a:custGeom>
                <a:avLst/>
                <a:gdLst>
                  <a:gd name="textAreaLeft" fmla="*/ 0 w 13320"/>
                  <a:gd name="textAreaRight" fmla="*/ 16560 w 13320"/>
                  <a:gd name="textAreaTop" fmla="*/ 0 h 1440"/>
                  <a:gd name="textAreaBottom" fmla="*/ 4680 h 1440"/>
                </a:gdLst>
                <a:ahLst/>
                <a:rect l="textAreaLeft" t="textAreaTop" r="textAreaRight" b="textAreaBottom"/>
                <a:pathLst>
                  <a:path w="22225" h="6350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9360">
                <a:solidFill>
                  <a:srgbClr val="2ebbf2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6869" name="Google Shape;1930;p24"/>
          <p:cNvSpPr/>
          <p:nvPr/>
        </p:nvSpPr>
        <p:spPr>
          <a:xfrm>
            <a:off x="535320" y="578160"/>
            <a:ext cx="8070480" cy="39841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285840" dir="5400000" dist="19080" rotWithShape="0">
              <a:srgbClr val="00006a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870" name="Google Shape;1934;p24"/>
          <p:cNvGrpSpPr/>
          <p:nvPr/>
        </p:nvGrpSpPr>
        <p:grpSpPr>
          <a:xfrm>
            <a:off x="7057080" y="-511920"/>
            <a:ext cx="3806640" cy="2251800"/>
            <a:chOff x="7057080" y="-511920"/>
            <a:chExt cx="3806640" cy="2251800"/>
          </a:xfrm>
        </p:grpSpPr>
        <p:sp>
          <p:nvSpPr>
            <p:cNvPr id="6871" name="Google Shape;1935;p24"/>
            <p:cNvSpPr/>
            <p:nvPr/>
          </p:nvSpPr>
          <p:spPr>
            <a:xfrm flipH="1">
              <a:off x="7057080" y="-51192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72" name="Google Shape;1936;p24"/>
            <p:cNvSpPr/>
            <p:nvPr/>
          </p:nvSpPr>
          <p:spPr>
            <a:xfrm flipH="1">
              <a:off x="10029960" y="11790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73" name="Google Shape;1937;p24"/>
            <p:cNvSpPr/>
            <p:nvPr/>
          </p:nvSpPr>
          <p:spPr>
            <a:xfrm flipH="1">
              <a:off x="9044280" y="9122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74" name="Google Shape;1938;p24"/>
            <p:cNvSpPr/>
            <p:nvPr/>
          </p:nvSpPr>
          <p:spPr>
            <a:xfrm flipH="1">
              <a:off x="8058240" y="38340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75" name="Google Shape;1939;p24"/>
            <p:cNvSpPr/>
            <p:nvPr/>
          </p:nvSpPr>
          <p:spPr>
            <a:xfrm flipH="1" rot="2700000">
              <a:off x="7381800" y="590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76" name="Google Shape;1940;p24"/>
            <p:cNvSpPr/>
            <p:nvPr/>
          </p:nvSpPr>
          <p:spPr>
            <a:xfrm flipH="1" rot="2700000">
              <a:off x="8572680" y="3877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77" name="Google Shape;1941;p24"/>
            <p:cNvSpPr/>
            <p:nvPr/>
          </p:nvSpPr>
          <p:spPr>
            <a:xfrm flipH="1" rot="2700000">
              <a:off x="9425160" y="7405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78" name="Google Shape;1942;p24"/>
            <p:cNvSpPr/>
            <p:nvPr/>
          </p:nvSpPr>
          <p:spPr>
            <a:xfrm flipH="1" rot="2700000">
              <a:off x="103348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8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audio" Target="../media/laser.wav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7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" name="PlaceHolder 1"/>
          <p:cNvSpPr>
            <a:spLocks noGrp="1"/>
          </p:cNvSpPr>
          <p:nvPr>
            <p:ph type="title"/>
          </p:nvPr>
        </p:nvSpPr>
        <p:spPr>
          <a:xfrm>
            <a:off x="1216080" y="1204560"/>
            <a:ext cx="4276800" cy="195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pc="-1" strike="noStrike">
                <a:solidFill>
                  <a:schemeClr val="dk1"/>
                </a:solidFill>
                <a:latin typeface="Montserrat"/>
                <a:ea typeface="Montserrat"/>
              </a:rPr>
              <a:t>Statistics </a:t>
            </a:r>
            <a:r>
              <a:rPr b="1" lang="en" sz="6000" spc="-1" strike="noStrike">
                <a:solidFill>
                  <a:schemeClr val="accent1"/>
                </a:solidFill>
                <a:latin typeface="Montserrat"/>
                <a:ea typeface="Montserrat"/>
              </a:rPr>
              <a:t>-</a:t>
            </a:r>
            <a:br>
              <a:rPr sz="6000"/>
            </a:br>
            <a:r>
              <a:rPr b="1" lang="en" sz="6000" spc="-1" strike="noStrike">
                <a:solidFill>
                  <a:schemeClr val="accent1"/>
                </a:solidFill>
                <a:latin typeface="Montserrat"/>
                <a:ea typeface="Montserrat"/>
              </a:rPr>
              <a:t>Grade XI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2" name="PlaceHolder 2"/>
          <p:cNvSpPr>
            <a:spLocks noGrp="1"/>
          </p:cNvSpPr>
          <p:nvPr>
            <p:ph type="subTitle"/>
          </p:nvPr>
        </p:nvSpPr>
        <p:spPr>
          <a:xfrm>
            <a:off x="1216080" y="2978280"/>
            <a:ext cx="2303640" cy="6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Presenters: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lbert San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      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Abhishek Basnet,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      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Anubhav Karn,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      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Bigyan Panthi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883" name="Google Shape;2820;p37"/>
          <p:cNvGrpSpPr/>
          <p:nvPr/>
        </p:nvGrpSpPr>
        <p:grpSpPr>
          <a:xfrm>
            <a:off x="5334120" y="2289960"/>
            <a:ext cx="3806640" cy="2251800"/>
            <a:chOff x="5334120" y="2289960"/>
            <a:chExt cx="3806640" cy="2251800"/>
          </a:xfrm>
        </p:grpSpPr>
        <p:sp>
          <p:nvSpPr>
            <p:cNvPr id="6884" name="Google Shape;2821;p37"/>
            <p:cNvSpPr/>
            <p:nvPr/>
          </p:nvSpPr>
          <p:spPr>
            <a:xfrm>
              <a:off x="5334120" y="2289960"/>
              <a:ext cx="3806640" cy="2251800"/>
            </a:xfrm>
            <a:custGeom>
              <a:avLst/>
              <a:gdLst>
                <a:gd name="textAreaLeft" fmla="*/ 0 w 3806640"/>
                <a:gd name="textAreaRight" fmla="*/ 38098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85" name="Google Shape;2822;p37"/>
            <p:cNvSpPr/>
            <p:nvPr/>
          </p:nvSpPr>
          <p:spPr>
            <a:xfrm>
              <a:off x="6076800" y="398052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86" name="Google Shape;2823;p37"/>
            <p:cNvSpPr/>
            <p:nvPr/>
          </p:nvSpPr>
          <p:spPr>
            <a:xfrm>
              <a:off x="7062840" y="371376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87" name="Google Shape;2824;p37"/>
            <p:cNvSpPr/>
            <p:nvPr/>
          </p:nvSpPr>
          <p:spPr>
            <a:xfrm>
              <a:off x="8048520" y="3185280"/>
              <a:ext cx="89640" cy="89640"/>
            </a:xfrm>
            <a:custGeom>
              <a:avLst/>
              <a:gdLst>
                <a:gd name="textAreaLeft" fmla="*/ 0 w 89640"/>
                <a:gd name="textAreaRight" fmla="*/ 928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88" name="Google Shape;2825;p37"/>
            <p:cNvSpPr/>
            <p:nvPr/>
          </p:nvSpPr>
          <p:spPr>
            <a:xfrm rot="18900000">
              <a:off x="8751960" y="286416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89" name="Google Shape;2826;p37"/>
            <p:cNvSpPr/>
            <p:nvPr/>
          </p:nvSpPr>
          <p:spPr>
            <a:xfrm rot="18900000">
              <a:off x="7561080" y="319284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90" name="Google Shape;2827;p37"/>
            <p:cNvSpPr/>
            <p:nvPr/>
          </p:nvSpPr>
          <p:spPr>
            <a:xfrm rot="18900000">
              <a:off x="6708600" y="354528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91" name="Google Shape;2828;p37"/>
            <p:cNvSpPr/>
            <p:nvPr/>
          </p:nvSpPr>
          <p:spPr>
            <a:xfrm rot="18900000">
              <a:off x="5799240" y="3926160"/>
              <a:ext cx="56520" cy="56520"/>
            </a:xfrm>
            <a:custGeom>
              <a:avLst/>
              <a:gdLst>
                <a:gd name="textAreaLeft" fmla="*/ 0 w 56520"/>
                <a:gd name="textAreaRight" fmla="*/ 59760 w 56520"/>
                <a:gd name="textAreaTop" fmla="*/ 0 h 56520"/>
                <a:gd name="textAreaBottom" fmla="*/ 59760 h 5652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6892" name="Google Shape;2829;p37"/>
          <p:cNvGrpSpPr/>
          <p:nvPr/>
        </p:nvGrpSpPr>
        <p:grpSpPr>
          <a:xfrm>
            <a:off x="5334120" y="3355200"/>
            <a:ext cx="3807720" cy="1881000"/>
            <a:chOff x="5334120" y="3355200"/>
            <a:chExt cx="3807720" cy="1881000"/>
          </a:xfrm>
        </p:grpSpPr>
        <p:pic>
          <p:nvPicPr>
            <p:cNvPr id="6893" name="Google Shape;2830;p37" descr=""/>
            <p:cNvPicPr/>
            <p:nvPr/>
          </p:nvPicPr>
          <p:blipFill>
            <a:blip r:embed="rId1"/>
            <a:srcRect l="0" t="0" r="0" b="11855"/>
            <a:stretch/>
          </p:blipFill>
          <p:spPr>
            <a:xfrm>
              <a:off x="5335200" y="3355200"/>
              <a:ext cx="3806640" cy="1785240"/>
            </a:xfrm>
            <a:prstGeom prst="rect">
              <a:avLst/>
            </a:prstGeom>
            <a:ln w="0">
              <a:noFill/>
            </a:ln>
            <a:effectLst>
              <a:outerShdw blurRad="0" dir="2700000" dist="102841" rotWithShape="0">
                <a:srgbClr val="5983b0"/>
              </a:outerShdw>
            </a:effectLst>
          </p:spPr>
        </p:pic>
        <p:grpSp>
          <p:nvGrpSpPr>
            <p:cNvPr id="6894" name="Google Shape;2831;p37"/>
            <p:cNvGrpSpPr/>
            <p:nvPr/>
          </p:nvGrpSpPr>
          <p:grpSpPr>
            <a:xfrm>
              <a:off x="5334120" y="3721680"/>
              <a:ext cx="3806640" cy="1514520"/>
              <a:chOff x="5334120" y="3721680"/>
              <a:chExt cx="3806640" cy="1514520"/>
            </a:xfrm>
          </p:grpSpPr>
          <p:sp>
            <p:nvSpPr>
              <p:cNvPr id="6895" name="Google Shape;2832;p37"/>
              <p:cNvSpPr/>
              <p:nvPr/>
            </p:nvSpPr>
            <p:spPr>
              <a:xfrm>
                <a:off x="5334120" y="3721680"/>
                <a:ext cx="3806640" cy="1514520"/>
              </a:xfrm>
              <a:custGeom>
                <a:avLst/>
                <a:gdLst>
                  <a:gd name="textAreaLeft" fmla="*/ 0 w 3806640"/>
                  <a:gd name="textAreaRight" fmla="*/ 3809880 w 3806640"/>
                  <a:gd name="textAreaTop" fmla="*/ 0 h 1514520"/>
                  <a:gd name="textAreaBottom" fmla="*/ 1517760 h 1514520"/>
                </a:gdLst>
                <a:ahLst/>
                <a:rect l="textAreaLeft" t="textAreaTop" r="textAreaRight" b="textAreaBottom"/>
                <a:pathLst>
                  <a:path w="7620000" h="3035331">
                    <a:moveTo>
                      <a:pt x="0" y="2991231"/>
                    </a:moveTo>
                    <a:lnTo>
                      <a:pt x="990314" y="3035332"/>
                    </a:lnTo>
                    <a:lnTo>
                      <a:pt x="1611058" y="2049875"/>
                    </a:lnTo>
                    <a:lnTo>
                      <a:pt x="2812733" y="2710529"/>
                    </a:lnTo>
                    <a:lnTo>
                      <a:pt x="3608832" y="1627441"/>
                    </a:lnTo>
                    <a:lnTo>
                      <a:pt x="4511802" y="1627441"/>
                    </a:lnTo>
                    <a:lnTo>
                      <a:pt x="5576411" y="425958"/>
                    </a:lnTo>
                    <a:lnTo>
                      <a:pt x="6919342" y="748760"/>
                    </a:lnTo>
                    <a:lnTo>
                      <a:pt x="7620000" y="0"/>
                    </a:lnTo>
                  </a:path>
                </a:pathLst>
              </a:custGeom>
              <a:noFill/>
              <a:ln w="19080">
                <a:solidFill>
                  <a:srgbClr val="f2f2f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96" name="Google Shape;2833;p37"/>
              <p:cNvSpPr/>
              <p:nvPr/>
            </p:nvSpPr>
            <p:spPr>
              <a:xfrm>
                <a:off x="6095880" y="4711680"/>
                <a:ext cx="89640" cy="89640"/>
              </a:xfrm>
              <a:custGeom>
                <a:avLst/>
                <a:gdLst>
                  <a:gd name="textAreaLeft" fmla="*/ 0 w 89640"/>
                  <a:gd name="textAreaRight" fmla="*/ 92880 w 89640"/>
                  <a:gd name="textAreaTop" fmla="*/ 0 h 89640"/>
                  <a:gd name="textAreaBottom" fmla="*/ 92880 h 89640"/>
                </a:gdLst>
                <a:ahLst/>
                <a:rect l="textAreaLeft" t="textAreaTop" r="textAreaRight" b="textAreaBottom"/>
                <a:pathLst>
                  <a:path w="185737" h="185737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80">
                <a:solidFill>
                  <a:srgbClr val="f2f2f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97" name="Google Shape;2834;p37"/>
              <p:cNvSpPr/>
              <p:nvPr/>
            </p:nvSpPr>
            <p:spPr>
              <a:xfrm>
                <a:off x="7091280" y="4487760"/>
                <a:ext cx="89640" cy="89640"/>
              </a:xfrm>
              <a:custGeom>
                <a:avLst/>
                <a:gdLst>
                  <a:gd name="textAreaLeft" fmla="*/ 0 w 89640"/>
                  <a:gd name="textAreaRight" fmla="*/ 92880 w 89640"/>
                  <a:gd name="textAreaTop" fmla="*/ 0 h 89640"/>
                  <a:gd name="textAreaBottom" fmla="*/ 92880 h 89640"/>
                </a:gdLst>
                <a:ahLst/>
                <a:rect l="textAreaLeft" t="textAreaTop" r="textAreaRight" b="textAreaBottom"/>
                <a:pathLst>
                  <a:path w="185737" h="185737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80">
                <a:solidFill>
                  <a:srgbClr val="f2f2f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898" name="Google Shape;2835;p37"/>
              <p:cNvSpPr/>
              <p:nvPr/>
            </p:nvSpPr>
            <p:spPr>
              <a:xfrm>
                <a:off x="8082000" y="3897360"/>
                <a:ext cx="89640" cy="89640"/>
              </a:xfrm>
              <a:custGeom>
                <a:avLst/>
                <a:gdLst>
                  <a:gd name="textAreaLeft" fmla="*/ 0 w 89640"/>
                  <a:gd name="textAreaRight" fmla="*/ 92880 w 89640"/>
                  <a:gd name="textAreaTop" fmla="*/ 0 h 89640"/>
                  <a:gd name="textAreaBottom" fmla="*/ 92880 h 89640"/>
                </a:gdLst>
                <a:ahLst/>
                <a:rect l="textAreaLeft" t="textAreaTop" r="textAreaRight" b="textAreaBottom"/>
                <a:pathLst>
                  <a:path w="185737" h="185737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80">
                <a:solidFill>
                  <a:srgbClr val="f2f2f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  <a:ea typeface="DejaVu Sans"/>
                </a:endParaRPr>
              </a:p>
            </p:txBody>
          </p:sp>
        </p:grpSp>
      </p:grpSp>
      <p:grpSp>
        <p:nvGrpSpPr>
          <p:cNvPr id="6899" name="Google Shape;2836;p37"/>
          <p:cNvGrpSpPr/>
          <p:nvPr/>
        </p:nvGrpSpPr>
        <p:grpSpPr>
          <a:xfrm>
            <a:off x="6856200" y="2484000"/>
            <a:ext cx="1071720" cy="1071720"/>
            <a:chOff x="6856200" y="2484000"/>
            <a:chExt cx="1071720" cy="1071720"/>
          </a:xfrm>
        </p:grpSpPr>
        <p:sp>
          <p:nvSpPr>
            <p:cNvPr id="6900" name="Google Shape;2837;p37"/>
            <p:cNvSpPr/>
            <p:nvPr/>
          </p:nvSpPr>
          <p:spPr>
            <a:xfrm>
              <a:off x="6856200" y="2484000"/>
              <a:ext cx="1071720" cy="107172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  <a:effectLst>
              <a:outerShdw blurRad="57240" dir="5400000" dist="19080" rotWithShape="0">
                <a:srgbClr val="0597f2">
                  <a:alpha val="5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901" name="Google Shape;2838;p37"/>
            <p:cNvSpPr/>
            <p:nvPr/>
          </p:nvSpPr>
          <p:spPr>
            <a:xfrm>
              <a:off x="7039440" y="2710440"/>
              <a:ext cx="704880" cy="619200"/>
            </a:xfrm>
            <a:custGeom>
              <a:avLst/>
              <a:gdLst>
                <a:gd name="textAreaLeft" fmla="*/ 0 w 704880"/>
                <a:gd name="textAreaRight" fmla="*/ 708120 w 704880"/>
                <a:gd name="textAreaTop" fmla="*/ 0 h 619200"/>
                <a:gd name="textAreaBottom" fmla="*/ 622440 h 619200"/>
              </a:gdLst>
              <a:ahLst/>
              <a:rect l="textAreaLeft" t="textAreaTop" r="textAreaRight" b="textAreaBottom"/>
              <a:pathLst>
                <a:path w="595181" h="523091">
                  <a:moveTo>
                    <a:pt x="570330" y="278983"/>
                  </a:moveTo>
                  <a:lnTo>
                    <a:pt x="577735" y="278983"/>
                  </a:lnTo>
                  <a:cubicBezTo>
                    <a:pt x="587365" y="278983"/>
                    <a:pt x="595173" y="271176"/>
                    <a:pt x="595173" y="261546"/>
                  </a:cubicBezTo>
                  <a:cubicBezTo>
                    <a:pt x="595173" y="251916"/>
                    <a:pt x="587365" y="244108"/>
                    <a:pt x="577735" y="244108"/>
                  </a:cubicBezTo>
                  <a:lnTo>
                    <a:pt x="570330" y="244108"/>
                  </a:lnTo>
                  <a:lnTo>
                    <a:pt x="593217" y="199799"/>
                  </a:lnTo>
                  <a:cubicBezTo>
                    <a:pt x="599202" y="188213"/>
                    <a:pt x="590787" y="174358"/>
                    <a:pt x="577727" y="174358"/>
                  </a:cubicBezTo>
                  <a:lnTo>
                    <a:pt x="509343" y="174358"/>
                  </a:lnTo>
                  <a:cubicBezTo>
                    <a:pt x="492361" y="126494"/>
                    <a:pt x="461157" y="83722"/>
                    <a:pt x="420449" y="52902"/>
                  </a:cubicBezTo>
                  <a:cubicBezTo>
                    <a:pt x="374738" y="18295"/>
                    <a:pt x="320192" y="0"/>
                    <a:pt x="262707" y="0"/>
                  </a:cubicBezTo>
                  <a:cubicBezTo>
                    <a:pt x="117846" y="0"/>
                    <a:pt x="0" y="117328"/>
                    <a:pt x="0" y="261546"/>
                  </a:cubicBezTo>
                  <a:cubicBezTo>
                    <a:pt x="0" y="405763"/>
                    <a:pt x="117846" y="523091"/>
                    <a:pt x="262707" y="523091"/>
                  </a:cubicBezTo>
                  <a:cubicBezTo>
                    <a:pt x="320192" y="523091"/>
                    <a:pt x="374738" y="504805"/>
                    <a:pt x="420449" y="470189"/>
                  </a:cubicBezTo>
                  <a:cubicBezTo>
                    <a:pt x="461166" y="439369"/>
                    <a:pt x="492370" y="396597"/>
                    <a:pt x="509343" y="348733"/>
                  </a:cubicBezTo>
                  <a:lnTo>
                    <a:pt x="577727" y="348733"/>
                  </a:lnTo>
                  <a:cubicBezTo>
                    <a:pt x="590760" y="348733"/>
                    <a:pt x="599211" y="334887"/>
                    <a:pt x="593217" y="323292"/>
                  </a:cubicBezTo>
                  <a:lnTo>
                    <a:pt x="570330" y="278983"/>
                  </a:lnTo>
                  <a:close/>
                  <a:moveTo>
                    <a:pt x="531077" y="244108"/>
                  </a:moveTo>
                  <a:lnTo>
                    <a:pt x="465293" y="244108"/>
                  </a:lnTo>
                  <a:lnTo>
                    <a:pt x="482731" y="209242"/>
                  </a:lnTo>
                  <a:lnTo>
                    <a:pt x="549105" y="209242"/>
                  </a:lnTo>
                  <a:lnTo>
                    <a:pt x="531086" y="244108"/>
                  </a:lnTo>
                  <a:close/>
                  <a:moveTo>
                    <a:pt x="383519" y="244108"/>
                  </a:moveTo>
                  <a:cubicBezTo>
                    <a:pt x="375032" y="185042"/>
                    <a:pt x="324096" y="139492"/>
                    <a:pt x="262716" y="139492"/>
                  </a:cubicBezTo>
                  <a:cubicBezTo>
                    <a:pt x="195413" y="139492"/>
                    <a:pt x="140662" y="194243"/>
                    <a:pt x="140662" y="261546"/>
                  </a:cubicBezTo>
                  <a:cubicBezTo>
                    <a:pt x="140662" y="328848"/>
                    <a:pt x="195413" y="383600"/>
                    <a:pt x="262716" y="383600"/>
                  </a:cubicBezTo>
                  <a:cubicBezTo>
                    <a:pt x="324096" y="383600"/>
                    <a:pt x="375032" y="338058"/>
                    <a:pt x="383519" y="278983"/>
                  </a:cubicBezTo>
                  <a:lnTo>
                    <a:pt x="418671" y="278983"/>
                  </a:lnTo>
                  <a:cubicBezTo>
                    <a:pt x="409970" y="357336"/>
                    <a:pt x="343355" y="418475"/>
                    <a:pt x="262716" y="418475"/>
                  </a:cubicBezTo>
                  <a:cubicBezTo>
                    <a:pt x="176189" y="418475"/>
                    <a:pt x="105787" y="348081"/>
                    <a:pt x="105787" y="261546"/>
                  </a:cubicBezTo>
                  <a:cubicBezTo>
                    <a:pt x="105787" y="175010"/>
                    <a:pt x="176180" y="104616"/>
                    <a:pt x="262716" y="104616"/>
                  </a:cubicBezTo>
                  <a:cubicBezTo>
                    <a:pt x="343355" y="104616"/>
                    <a:pt x="409970" y="165755"/>
                    <a:pt x="418671" y="244108"/>
                  </a:cubicBezTo>
                  <a:lnTo>
                    <a:pt x="383519" y="244108"/>
                  </a:lnTo>
                  <a:close/>
                  <a:moveTo>
                    <a:pt x="312027" y="244108"/>
                  </a:moveTo>
                  <a:cubicBezTo>
                    <a:pt x="304827" y="223812"/>
                    <a:pt x="285451" y="209242"/>
                    <a:pt x="262716" y="209242"/>
                  </a:cubicBezTo>
                  <a:cubicBezTo>
                    <a:pt x="233870" y="209242"/>
                    <a:pt x="210412" y="232700"/>
                    <a:pt x="210412" y="261546"/>
                  </a:cubicBezTo>
                  <a:cubicBezTo>
                    <a:pt x="210412" y="290391"/>
                    <a:pt x="233870" y="313858"/>
                    <a:pt x="262716" y="313858"/>
                  </a:cubicBezTo>
                  <a:cubicBezTo>
                    <a:pt x="285451" y="313858"/>
                    <a:pt x="304827" y="299279"/>
                    <a:pt x="312027" y="278983"/>
                  </a:cubicBezTo>
                  <a:lnTo>
                    <a:pt x="348144" y="278983"/>
                  </a:lnTo>
                  <a:cubicBezTo>
                    <a:pt x="340050" y="318727"/>
                    <a:pt x="304818" y="348733"/>
                    <a:pt x="262716" y="348733"/>
                  </a:cubicBezTo>
                  <a:cubicBezTo>
                    <a:pt x="214646" y="348733"/>
                    <a:pt x="175537" y="309624"/>
                    <a:pt x="175537" y="261546"/>
                  </a:cubicBezTo>
                  <a:cubicBezTo>
                    <a:pt x="175537" y="213467"/>
                    <a:pt x="214646" y="174367"/>
                    <a:pt x="262716" y="174367"/>
                  </a:cubicBezTo>
                  <a:cubicBezTo>
                    <a:pt x="304818" y="174367"/>
                    <a:pt x="340041" y="204364"/>
                    <a:pt x="348144" y="244108"/>
                  </a:cubicBezTo>
                  <a:lnTo>
                    <a:pt x="312027" y="244108"/>
                  </a:lnTo>
                  <a:close/>
                  <a:moveTo>
                    <a:pt x="280153" y="261546"/>
                  </a:moveTo>
                  <a:cubicBezTo>
                    <a:pt x="280153" y="271158"/>
                    <a:pt x="272337" y="278983"/>
                    <a:pt x="262716" y="278983"/>
                  </a:cubicBezTo>
                  <a:cubicBezTo>
                    <a:pt x="253095" y="278983"/>
                    <a:pt x="245278" y="271158"/>
                    <a:pt x="245278" y="261546"/>
                  </a:cubicBezTo>
                  <a:cubicBezTo>
                    <a:pt x="245278" y="251933"/>
                    <a:pt x="253104" y="244108"/>
                    <a:pt x="262716" y="244108"/>
                  </a:cubicBezTo>
                  <a:cubicBezTo>
                    <a:pt x="272328" y="244108"/>
                    <a:pt x="280153" y="251933"/>
                    <a:pt x="280153" y="261546"/>
                  </a:cubicBezTo>
                  <a:close/>
                  <a:moveTo>
                    <a:pt x="262716" y="488225"/>
                  </a:moveTo>
                  <a:cubicBezTo>
                    <a:pt x="137089" y="488225"/>
                    <a:pt x="34884" y="386539"/>
                    <a:pt x="34884" y="261546"/>
                  </a:cubicBezTo>
                  <a:cubicBezTo>
                    <a:pt x="34884" y="136553"/>
                    <a:pt x="137089" y="34875"/>
                    <a:pt x="262716" y="34875"/>
                  </a:cubicBezTo>
                  <a:cubicBezTo>
                    <a:pt x="354281" y="34875"/>
                    <a:pt x="437199" y="91181"/>
                    <a:pt x="472002" y="174367"/>
                  </a:cubicBezTo>
                  <a:lnTo>
                    <a:pt x="471949" y="174367"/>
                  </a:lnTo>
                  <a:cubicBezTo>
                    <a:pt x="465338" y="174367"/>
                    <a:pt x="459308" y="178101"/>
                    <a:pt x="456351" y="184006"/>
                  </a:cubicBezTo>
                  <a:lnTo>
                    <a:pt x="445944" y="204820"/>
                  </a:lnTo>
                  <a:cubicBezTo>
                    <a:pt x="421700" y="126664"/>
                    <a:pt x="348725" y="69750"/>
                    <a:pt x="262707" y="69750"/>
                  </a:cubicBezTo>
                  <a:cubicBezTo>
                    <a:pt x="156947" y="69750"/>
                    <a:pt x="70911" y="155795"/>
                    <a:pt x="70911" y="261554"/>
                  </a:cubicBezTo>
                  <a:cubicBezTo>
                    <a:pt x="70911" y="367314"/>
                    <a:pt x="156956" y="453359"/>
                    <a:pt x="262707" y="453359"/>
                  </a:cubicBezTo>
                  <a:cubicBezTo>
                    <a:pt x="348725" y="453359"/>
                    <a:pt x="421700" y="396437"/>
                    <a:pt x="445944" y="318289"/>
                  </a:cubicBezTo>
                  <a:lnTo>
                    <a:pt x="456351" y="339103"/>
                  </a:lnTo>
                  <a:cubicBezTo>
                    <a:pt x="459308" y="345008"/>
                    <a:pt x="465338" y="348742"/>
                    <a:pt x="471949" y="348742"/>
                  </a:cubicBezTo>
                  <a:lnTo>
                    <a:pt x="472002" y="348742"/>
                  </a:lnTo>
                  <a:cubicBezTo>
                    <a:pt x="437199" y="431928"/>
                    <a:pt x="354272" y="488234"/>
                    <a:pt x="262716" y="488234"/>
                  </a:cubicBezTo>
                  <a:close/>
                  <a:moveTo>
                    <a:pt x="482731" y="313858"/>
                  </a:moveTo>
                  <a:lnTo>
                    <a:pt x="465293" y="278983"/>
                  </a:lnTo>
                  <a:lnTo>
                    <a:pt x="531077" y="278983"/>
                  </a:lnTo>
                  <a:lnTo>
                    <a:pt x="549096" y="313858"/>
                  </a:lnTo>
                  <a:lnTo>
                    <a:pt x="482722" y="313858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6902" name="Google Shape;2839;p37"/>
          <p:cNvGrpSpPr/>
          <p:nvPr/>
        </p:nvGrpSpPr>
        <p:grpSpPr>
          <a:xfrm>
            <a:off x="5486400" y="2083680"/>
            <a:ext cx="1071720" cy="1071720"/>
            <a:chOff x="5486400" y="2083680"/>
            <a:chExt cx="1071720" cy="1071720"/>
          </a:xfrm>
        </p:grpSpPr>
        <p:sp>
          <p:nvSpPr>
            <p:cNvPr id="6903" name="Google Shape;2840;p37"/>
            <p:cNvSpPr/>
            <p:nvPr/>
          </p:nvSpPr>
          <p:spPr>
            <a:xfrm>
              <a:off x="5486400" y="2083680"/>
              <a:ext cx="1071720" cy="107172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  <a:effectLst>
              <a:outerShdw blurRad="57240" dir="5400000" dist="19080" rotWithShape="0">
                <a:srgbClr val="3d44ba">
                  <a:alpha val="5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grpSp>
          <p:nvGrpSpPr>
            <p:cNvPr id="6904" name="Google Shape;2841;p37"/>
            <p:cNvGrpSpPr/>
            <p:nvPr/>
          </p:nvGrpSpPr>
          <p:grpSpPr>
            <a:xfrm>
              <a:off x="5704560" y="2301840"/>
              <a:ext cx="635400" cy="635400"/>
              <a:chOff x="5704560" y="2301840"/>
              <a:chExt cx="635400" cy="635400"/>
            </a:xfrm>
          </p:grpSpPr>
          <p:sp>
            <p:nvSpPr>
              <p:cNvPr id="6905" name="Google Shape;2842;p37"/>
              <p:cNvSpPr/>
              <p:nvPr/>
            </p:nvSpPr>
            <p:spPr>
              <a:xfrm>
                <a:off x="5704560" y="2753280"/>
                <a:ext cx="183960" cy="183960"/>
              </a:xfrm>
              <a:custGeom>
                <a:avLst/>
                <a:gdLst>
                  <a:gd name="textAreaLeft" fmla="*/ 0 w 183960"/>
                  <a:gd name="textAreaRight" fmla="*/ 187200 w 183960"/>
                  <a:gd name="textAreaTop" fmla="*/ 0 h 183960"/>
                  <a:gd name="textAreaBottom" fmla="*/ 187200 h 183960"/>
                </a:gdLst>
                <a:ahLst/>
                <a:rect l="textAreaLeft" t="textAreaTop" r="textAreaRight" b="textAreaBottom"/>
                <a:pathLst>
                  <a:path w="174715" h="174714">
                    <a:moveTo>
                      <a:pt x="157242" y="0"/>
                    </a:moveTo>
                    <a:lnTo>
                      <a:pt x="17473" y="0"/>
                    </a:lnTo>
                    <a:cubicBezTo>
                      <a:pt x="7825" y="0"/>
                      <a:pt x="0" y="7825"/>
                      <a:pt x="0" y="17473"/>
                    </a:cubicBezTo>
                    <a:lnTo>
                      <a:pt x="0" y="157241"/>
                    </a:lnTo>
                    <a:cubicBezTo>
                      <a:pt x="0" y="166889"/>
                      <a:pt x="7825" y="174715"/>
                      <a:pt x="17473" y="174715"/>
                    </a:cubicBezTo>
                    <a:lnTo>
                      <a:pt x="157242" y="174715"/>
                    </a:lnTo>
                    <a:cubicBezTo>
                      <a:pt x="166890" y="174715"/>
                      <a:pt x="174715" y="166889"/>
                      <a:pt x="174715" y="157241"/>
                    </a:cubicBezTo>
                    <a:lnTo>
                      <a:pt x="174715" y="17473"/>
                    </a:lnTo>
                    <a:cubicBezTo>
                      <a:pt x="174715" y="7825"/>
                      <a:pt x="166890" y="0"/>
                      <a:pt x="157242" y="0"/>
                    </a:cubicBezTo>
                    <a:close/>
                    <a:moveTo>
                      <a:pt x="139768" y="34946"/>
                    </a:moveTo>
                    <a:lnTo>
                      <a:pt x="139768" y="69893"/>
                    </a:lnTo>
                    <a:lnTo>
                      <a:pt x="34938" y="69893"/>
                    </a:lnTo>
                    <a:lnTo>
                      <a:pt x="34938" y="34946"/>
                    </a:lnTo>
                    <a:lnTo>
                      <a:pt x="139768" y="34946"/>
                    </a:lnTo>
                    <a:close/>
                    <a:moveTo>
                      <a:pt x="139768" y="139777"/>
                    </a:moveTo>
                    <a:lnTo>
                      <a:pt x="34938" y="139777"/>
                    </a:lnTo>
                    <a:lnTo>
                      <a:pt x="34938" y="104830"/>
                    </a:lnTo>
                    <a:lnTo>
                      <a:pt x="139768" y="104830"/>
                    </a:lnTo>
                    <a:lnTo>
                      <a:pt x="139768" y="139777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906" name="Google Shape;2843;p37"/>
              <p:cNvSpPr/>
              <p:nvPr/>
            </p:nvSpPr>
            <p:spPr>
              <a:xfrm>
                <a:off x="5930280" y="2678400"/>
                <a:ext cx="183960" cy="258480"/>
              </a:xfrm>
              <a:custGeom>
                <a:avLst/>
                <a:gdLst>
                  <a:gd name="textAreaLeft" fmla="*/ 0 w 183960"/>
                  <a:gd name="textAreaRight" fmla="*/ 187200 w 183960"/>
                  <a:gd name="textAreaTop" fmla="*/ 0 h 258480"/>
                  <a:gd name="textAreaBottom" fmla="*/ 261720 h 258480"/>
                </a:gdLst>
                <a:ahLst/>
                <a:rect l="textAreaLeft" t="textAreaTop" r="textAreaRight" b="textAreaBottom"/>
                <a:pathLst>
                  <a:path w="174715" h="244599">
                    <a:moveTo>
                      <a:pt x="157242" y="0"/>
                    </a:moveTo>
                    <a:lnTo>
                      <a:pt x="17473" y="0"/>
                    </a:lnTo>
                    <a:cubicBezTo>
                      <a:pt x="7825" y="0"/>
                      <a:pt x="0" y="7826"/>
                      <a:pt x="0" y="17473"/>
                    </a:cubicBezTo>
                    <a:lnTo>
                      <a:pt x="0" y="227126"/>
                    </a:lnTo>
                    <a:cubicBezTo>
                      <a:pt x="0" y="236774"/>
                      <a:pt x="7825" y="244599"/>
                      <a:pt x="17473" y="244599"/>
                    </a:cubicBezTo>
                    <a:lnTo>
                      <a:pt x="157242" y="244599"/>
                    </a:lnTo>
                    <a:cubicBezTo>
                      <a:pt x="166890" y="244599"/>
                      <a:pt x="174715" y="236774"/>
                      <a:pt x="174715" y="227126"/>
                    </a:cubicBezTo>
                    <a:lnTo>
                      <a:pt x="174715" y="17473"/>
                    </a:lnTo>
                    <a:cubicBezTo>
                      <a:pt x="174715" y="7826"/>
                      <a:pt x="166890" y="0"/>
                      <a:pt x="157242" y="0"/>
                    </a:cubicBezTo>
                    <a:close/>
                    <a:moveTo>
                      <a:pt x="34947" y="104831"/>
                    </a:moveTo>
                    <a:lnTo>
                      <a:pt x="139777" y="104831"/>
                    </a:lnTo>
                    <a:lnTo>
                      <a:pt x="139777" y="139778"/>
                    </a:lnTo>
                    <a:lnTo>
                      <a:pt x="34947" y="139778"/>
                    </a:lnTo>
                    <a:lnTo>
                      <a:pt x="34947" y="104831"/>
                    </a:lnTo>
                    <a:close/>
                    <a:moveTo>
                      <a:pt x="139777" y="34947"/>
                    </a:moveTo>
                    <a:lnTo>
                      <a:pt x="139777" y="69893"/>
                    </a:lnTo>
                    <a:lnTo>
                      <a:pt x="34947" y="69893"/>
                    </a:lnTo>
                    <a:lnTo>
                      <a:pt x="34947" y="34947"/>
                    </a:lnTo>
                    <a:lnTo>
                      <a:pt x="139777" y="34947"/>
                    </a:lnTo>
                    <a:close/>
                    <a:moveTo>
                      <a:pt x="139777" y="209662"/>
                    </a:moveTo>
                    <a:lnTo>
                      <a:pt x="34947" y="209662"/>
                    </a:lnTo>
                    <a:lnTo>
                      <a:pt x="34947" y="174715"/>
                    </a:lnTo>
                    <a:lnTo>
                      <a:pt x="139777" y="174715"/>
                    </a:lnTo>
                    <a:lnTo>
                      <a:pt x="139777" y="209662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907" name="Google Shape;2844;p37"/>
              <p:cNvSpPr/>
              <p:nvPr/>
            </p:nvSpPr>
            <p:spPr>
              <a:xfrm>
                <a:off x="6156000" y="2528640"/>
                <a:ext cx="183960" cy="408240"/>
              </a:xfrm>
              <a:custGeom>
                <a:avLst/>
                <a:gdLst>
                  <a:gd name="textAreaLeft" fmla="*/ 0 w 183960"/>
                  <a:gd name="textAreaRight" fmla="*/ 187200 w 183960"/>
                  <a:gd name="textAreaTop" fmla="*/ 0 h 408240"/>
                  <a:gd name="textAreaBottom" fmla="*/ 411480 h 408240"/>
                </a:gdLst>
                <a:ahLst/>
                <a:rect l="textAreaLeft" t="textAreaTop" r="textAreaRight" b="textAreaBottom"/>
                <a:pathLst>
                  <a:path w="174715" h="384367">
                    <a:moveTo>
                      <a:pt x="157242" y="0"/>
                    </a:moveTo>
                    <a:lnTo>
                      <a:pt x="17473" y="0"/>
                    </a:lnTo>
                    <a:cubicBezTo>
                      <a:pt x="7825" y="0"/>
                      <a:pt x="0" y="7826"/>
                      <a:pt x="0" y="17473"/>
                    </a:cubicBezTo>
                    <a:lnTo>
                      <a:pt x="0" y="366894"/>
                    </a:lnTo>
                    <a:cubicBezTo>
                      <a:pt x="0" y="376543"/>
                      <a:pt x="7825" y="384368"/>
                      <a:pt x="17473" y="384368"/>
                    </a:cubicBezTo>
                    <a:lnTo>
                      <a:pt x="157242" y="384368"/>
                    </a:lnTo>
                    <a:cubicBezTo>
                      <a:pt x="166890" y="384368"/>
                      <a:pt x="174715" y="376543"/>
                      <a:pt x="174715" y="366894"/>
                    </a:cubicBezTo>
                    <a:lnTo>
                      <a:pt x="174715" y="17473"/>
                    </a:lnTo>
                    <a:cubicBezTo>
                      <a:pt x="174715" y="7826"/>
                      <a:pt x="166890" y="0"/>
                      <a:pt x="157242" y="0"/>
                    </a:cubicBezTo>
                    <a:close/>
                    <a:moveTo>
                      <a:pt x="34947" y="209653"/>
                    </a:moveTo>
                    <a:lnTo>
                      <a:pt x="34947" y="174706"/>
                    </a:lnTo>
                    <a:lnTo>
                      <a:pt x="139777" y="174706"/>
                    </a:lnTo>
                    <a:lnTo>
                      <a:pt x="139777" y="209653"/>
                    </a:lnTo>
                    <a:lnTo>
                      <a:pt x="34947" y="209653"/>
                    </a:lnTo>
                    <a:close/>
                    <a:moveTo>
                      <a:pt x="139777" y="139768"/>
                    </a:moveTo>
                    <a:lnTo>
                      <a:pt x="34947" y="139768"/>
                    </a:lnTo>
                    <a:lnTo>
                      <a:pt x="34947" y="104822"/>
                    </a:lnTo>
                    <a:lnTo>
                      <a:pt x="139777" y="104822"/>
                    </a:lnTo>
                    <a:lnTo>
                      <a:pt x="139777" y="139768"/>
                    </a:lnTo>
                    <a:close/>
                    <a:moveTo>
                      <a:pt x="34947" y="244599"/>
                    </a:moveTo>
                    <a:lnTo>
                      <a:pt x="139777" y="244599"/>
                    </a:lnTo>
                    <a:lnTo>
                      <a:pt x="139777" y="279546"/>
                    </a:lnTo>
                    <a:lnTo>
                      <a:pt x="34947" y="279546"/>
                    </a:lnTo>
                    <a:lnTo>
                      <a:pt x="34947" y="244599"/>
                    </a:lnTo>
                    <a:close/>
                    <a:moveTo>
                      <a:pt x="139777" y="34947"/>
                    </a:moveTo>
                    <a:lnTo>
                      <a:pt x="139777" y="69893"/>
                    </a:lnTo>
                    <a:lnTo>
                      <a:pt x="34947" y="69893"/>
                    </a:lnTo>
                    <a:lnTo>
                      <a:pt x="34947" y="34947"/>
                    </a:lnTo>
                    <a:lnTo>
                      <a:pt x="139777" y="34947"/>
                    </a:lnTo>
                    <a:close/>
                    <a:moveTo>
                      <a:pt x="139777" y="349430"/>
                    </a:moveTo>
                    <a:lnTo>
                      <a:pt x="34947" y="349430"/>
                    </a:lnTo>
                    <a:lnTo>
                      <a:pt x="34947" y="314484"/>
                    </a:lnTo>
                    <a:lnTo>
                      <a:pt x="139777" y="314484"/>
                    </a:lnTo>
                    <a:lnTo>
                      <a:pt x="139777" y="34943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908" name="Google Shape;2845;p37"/>
              <p:cNvSpPr/>
              <p:nvPr/>
            </p:nvSpPr>
            <p:spPr>
              <a:xfrm>
                <a:off x="5780520" y="2301840"/>
                <a:ext cx="483120" cy="334800"/>
              </a:xfrm>
              <a:custGeom>
                <a:avLst/>
                <a:gdLst>
                  <a:gd name="textAreaLeft" fmla="*/ 0 w 483120"/>
                  <a:gd name="textAreaRight" fmla="*/ 486360 w 483120"/>
                  <a:gd name="textAreaTop" fmla="*/ 0 h 334800"/>
                  <a:gd name="textAreaBottom" fmla="*/ 338040 h 334800"/>
                </a:gdLst>
                <a:ahLst/>
                <a:rect l="textAreaLeft" t="textAreaTop" r="textAreaRight" b="textAreaBottom"/>
                <a:pathLst>
                  <a:path w="454260" h="315653">
                    <a:moveTo>
                      <a:pt x="17482" y="315653"/>
                    </a:moveTo>
                    <a:cubicBezTo>
                      <a:pt x="21958" y="315653"/>
                      <a:pt x="26424" y="313948"/>
                      <a:pt x="29837" y="310535"/>
                    </a:cubicBezTo>
                    <a:lnTo>
                      <a:pt x="157251" y="183121"/>
                    </a:lnTo>
                    <a:lnTo>
                      <a:pt x="214780" y="240651"/>
                    </a:lnTo>
                    <a:cubicBezTo>
                      <a:pt x="221614" y="247484"/>
                      <a:pt x="232709" y="247466"/>
                      <a:pt x="239525" y="240615"/>
                    </a:cubicBezTo>
                    <a:lnTo>
                      <a:pt x="419314" y="59825"/>
                    </a:lnTo>
                    <a:lnTo>
                      <a:pt x="419314" y="87366"/>
                    </a:lnTo>
                    <a:cubicBezTo>
                      <a:pt x="419314" y="97014"/>
                      <a:pt x="427140" y="104840"/>
                      <a:pt x="436788" y="104840"/>
                    </a:cubicBezTo>
                    <a:cubicBezTo>
                      <a:pt x="446435" y="104840"/>
                      <a:pt x="454261" y="97014"/>
                      <a:pt x="454261" y="87366"/>
                    </a:cubicBezTo>
                    <a:lnTo>
                      <a:pt x="454261" y="17455"/>
                    </a:lnTo>
                    <a:cubicBezTo>
                      <a:pt x="454243" y="8263"/>
                      <a:pt x="446981" y="304"/>
                      <a:pt x="437288" y="27"/>
                    </a:cubicBezTo>
                    <a:cubicBezTo>
                      <a:pt x="437118" y="27"/>
                      <a:pt x="436957" y="0"/>
                      <a:pt x="436788" y="0"/>
                    </a:cubicBezTo>
                    <a:lnTo>
                      <a:pt x="366903" y="0"/>
                    </a:lnTo>
                    <a:cubicBezTo>
                      <a:pt x="357256" y="0"/>
                      <a:pt x="349430" y="7825"/>
                      <a:pt x="349430" y="17473"/>
                    </a:cubicBezTo>
                    <a:cubicBezTo>
                      <a:pt x="349430" y="27121"/>
                      <a:pt x="357256" y="34946"/>
                      <a:pt x="366903" y="34946"/>
                    </a:cubicBezTo>
                    <a:lnTo>
                      <a:pt x="394775" y="34946"/>
                    </a:lnTo>
                    <a:lnTo>
                      <a:pt x="227099" y="203551"/>
                    </a:lnTo>
                    <a:lnTo>
                      <a:pt x="169596" y="146057"/>
                    </a:lnTo>
                    <a:cubicBezTo>
                      <a:pt x="162780" y="139232"/>
                      <a:pt x="151712" y="139232"/>
                      <a:pt x="144887" y="146057"/>
                    </a:cubicBezTo>
                    <a:lnTo>
                      <a:pt x="5119" y="285826"/>
                    </a:lnTo>
                    <a:cubicBezTo>
                      <a:pt x="-1706" y="292642"/>
                      <a:pt x="-1706" y="303710"/>
                      <a:pt x="5119" y="310535"/>
                    </a:cubicBezTo>
                    <a:cubicBezTo>
                      <a:pt x="8522" y="313948"/>
                      <a:pt x="12998" y="315653"/>
                      <a:pt x="17473" y="315653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  <a:ea typeface="DejaVu Sans"/>
                </a:endParaRPr>
              </a:p>
            </p:txBody>
          </p:sp>
        </p:grpSp>
      </p:grpSp>
      <p:grpSp>
        <p:nvGrpSpPr>
          <p:cNvPr id="6909" name="Google Shape;2846;p37"/>
          <p:cNvGrpSpPr/>
          <p:nvPr/>
        </p:nvGrpSpPr>
        <p:grpSpPr>
          <a:xfrm>
            <a:off x="6561000" y="1145880"/>
            <a:ext cx="1071720" cy="1071720"/>
            <a:chOff x="6561000" y="1145880"/>
            <a:chExt cx="1071720" cy="1071720"/>
          </a:xfrm>
        </p:grpSpPr>
        <p:sp>
          <p:nvSpPr>
            <p:cNvPr id="6910" name="Google Shape;2847;p37"/>
            <p:cNvSpPr/>
            <p:nvPr/>
          </p:nvSpPr>
          <p:spPr>
            <a:xfrm>
              <a:off x="6561000" y="1145880"/>
              <a:ext cx="1071720" cy="107172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  <a:effectLst>
              <a:outerShdw blurRad="57240" dir="5400000" dist="19080" rotWithShape="0">
                <a:srgbClr val="00006a">
                  <a:alpha val="5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grpSp>
          <p:nvGrpSpPr>
            <p:cNvPr id="6911" name="Google Shape;2848;p37"/>
            <p:cNvGrpSpPr/>
            <p:nvPr/>
          </p:nvGrpSpPr>
          <p:grpSpPr>
            <a:xfrm>
              <a:off x="6789240" y="1329120"/>
              <a:ext cx="615240" cy="705600"/>
              <a:chOff x="6789240" y="1329120"/>
              <a:chExt cx="615240" cy="705600"/>
            </a:xfrm>
          </p:grpSpPr>
          <p:sp>
            <p:nvSpPr>
              <p:cNvPr id="6912" name="Google Shape;2849;p37"/>
              <p:cNvSpPr/>
              <p:nvPr/>
            </p:nvSpPr>
            <p:spPr>
              <a:xfrm>
                <a:off x="6789240" y="1662840"/>
                <a:ext cx="615240" cy="371880"/>
              </a:xfrm>
              <a:custGeom>
                <a:avLst/>
                <a:gdLst>
                  <a:gd name="textAreaLeft" fmla="*/ 0 w 615240"/>
                  <a:gd name="textAreaRight" fmla="*/ 618480 w 615240"/>
                  <a:gd name="textAreaTop" fmla="*/ 0 h 371880"/>
                  <a:gd name="textAreaBottom" fmla="*/ 375120 h 371880"/>
                </a:gdLst>
                <a:ahLst/>
                <a:rect l="textAreaLeft" t="textAreaTop" r="textAreaRight" b="textAreaBottom"/>
                <a:pathLst>
                  <a:path w="519606" h="315037">
                    <a:moveTo>
                      <a:pt x="517088" y="8415"/>
                    </a:moveTo>
                    <a:cubicBezTo>
                      <a:pt x="513926" y="3189"/>
                      <a:pt x="508271" y="0"/>
                      <a:pt x="502161" y="0"/>
                    </a:cubicBezTo>
                    <a:cubicBezTo>
                      <a:pt x="450670" y="0"/>
                      <a:pt x="403521" y="26469"/>
                      <a:pt x="376685" y="69750"/>
                    </a:cubicBezTo>
                    <a:lnTo>
                      <a:pt x="169882" y="69750"/>
                    </a:lnTo>
                    <a:cubicBezTo>
                      <a:pt x="146593" y="69750"/>
                      <a:pt x="124698" y="78817"/>
                      <a:pt x="108235" y="95290"/>
                    </a:cubicBezTo>
                    <a:lnTo>
                      <a:pt x="5110" y="198415"/>
                    </a:lnTo>
                    <a:cubicBezTo>
                      <a:pt x="1840" y="201684"/>
                      <a:pt x="0" y="206124"/>
                      <a:pt x="0" y="210742"/>
                    </a:cubicBezTo>
                    <a:cubicBezTo>
                      <a:pt x="0" y="215361"/>
                      <a:pt x="1831" y="219801"/>
                      <a:pt x="5110" y="223070"/>
                    </a:cubicBezTo>
                    <a:cubicBezTo>
                      <a:pt x="47462" y="265422"/>
                      <a:pt x="91896" y="309526"/>
                      <a:pt x="92342" y="309972"/>
                    </a:cubicBezTo>
                    <a:cubicBezTo>
                      <a:pt x="95746" y="313349"/>
                      <a:pt x="100186" y="315037"/>
                      <a:pt x="104625" y="315037"/>
                    </a:cubicBezTo>
                    <a:cubicBezTo>
                      <a:pt x="109065" y="315037"/>
                      <a:pt x="113523" y="313340"/>
                      <a:pt x="116926" y="309954"/>
                    </a:cubicBezTo>
                    <a:lnTo>
                      <a:pt x="183067" y="244126"/>
                    </a:lnTo>
                    <a:lnTo>
                      <a:pt x="329143" y="244126"/>
                    </a:lnTo>
                    <a:cubicBezTo>
                      <a:pt x="374702" y="244126"/>
                      <a:pt x="416134" y="219068"/>
                      <a:pt x="437262" y="178726"/>
                    </a:cubicBezTo>
                    <a:cubicBezTo>
                      <a:pt x="437789" y="177717"/>
                      <a:pt x="490610" y="76923"/>
                      <a:pt x="517606" y="25558"/>
                    </a:cubicBezTo>
                    <a:cubicBezTo>
                      <a:pt x="520447" y="20153"/>
                      <a:pt x="520250" y="13659"/>
                      <a:pt x="517097" y="8424"/>
                    </a:cubicBezTo>
                    <a:close/>
                    <a:moveTo>
                      <a:pt x="406361" y="162530"/>
                    </a:moveTo>
                    <a:cubicBezTo>
                      <a:pt x="391273" y="191340"/>
                      <a:pt x="361686" y="209242"/>
                      <a:pt x="329143" y="209242"/>
                    </a:cubicBezTo>
                    <a:lnTo>
                      <a:pt x="175868" y="209242"/>
                    </a:lnTo>
                    <a:cubicBezTo>
                      <a:pt x="171258" y="209242"/>
                      <a:pt x="166836" y="211064"/>
                      <a:pt x="163566" y="214316"/>
                    </a:cubicBezTo>
                    <a:lnTo>
                      <a:pt x="104617" y="272998"/>
                    </a:lnTo>
                    <a:cubicBezTo>
                      <a:pt x="90725" y="259196"/>
                      <a:pt x="66820" y="235416"/>
                      <a:pt x="42111" y="210725"/>
                    </a:cubicBezTo>
                    <a:lnTo>
                      <a:pt x="132908" y="119937"/>
                    </a:lnTo>
                    <a:cubicBezTo>
                      <a:pt x="142788" y="110057"/>
                      <a:pt x="155928" y="104616"/>
                      <a:pt x="169900" y="104616"/>
                    </a:cubicBezTo>
                    <a:lnTo>
                      <a:pt x="357980" y="104616"/>
                    </a:lnTo>
                    <a:lnTo>
                      <a:pt x="344597" y="130147"/>
                    </a:lnTo>
                    <a:cubicBezTo>
                      <a:pt x="341578" y="135909"/>
                      <a:pt x="335664" y="139491"/>
                      <a:pt x="329152" y="139491"/>
                    </a:cubicBezTo>
                    <a:lnTo>
                      <a:pt x="210751" y="139491"/>
                    </a:lnTo>
                    <a:cubicBezTo>
                      <a:pt x="201121" y="139491"/>
                      <a:pt x="193314" y="147299"/>
                      <a:pt x="193314" y="156929"/>
                    </a:cubicBezTo>
                    <a:cubicBezTo>
                      <a:pt x="193314" y="166559"/>
                      <a:pt x="201121" y="174367"/>
                      <a:pt x="210751" y="174367"/>
                    </a:cubicBezTo>
                    <a:lnTo>
                      <a:pt x="329152" y="174367"/>
                    </a:lnTo>
                    <a:cubicBezTo>
                      <a:pt x="348670" y="174367"/>
                      <a:pt x="366421" y="163629"/>
                      <a:pt x="375480" y="146343"/>
                    </a:cubicBezTo>
                    <a:cubicBezTo>
                      <a:pt x="375497" y="146308"/>
                      <a:pt x="402386" y="95004"/>
                      <a:pt x="402386" y="95004"/>
                    </a:cubicBezTo>
                    <a:cubicBezTo>
                      <a:pt x="416992" y="67365"/>
                      <a:pt x="441916" y="47542"/>
                      <a:pt x="471038" y="39217"/>
                    </a:cubicBezTo>
                    <a:cubicBezTo>
                      <a:pt x="443220" y="92217"/>
                      <a:pt x="406808" y="161691"/>
                      <a:pt x="406371" y="16253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913" name="Google Shape;2850;p37"/>
              <p:cNvSpPr/>
              <p:nvPr/>
            </p:nvSpPr>
            <p:spPr>
              <a:xfrm>
                <a:off x="6915600" y="1329120"/>
                <a:ext cx="370440" cy="370440"/>
              </a:xfrm>
              <a:custGeom>
                <a:avLst/>
                <a:gdLst>
                  <a:gd name="textAreaLeft" fmla="*/ 0 w 370440"/>
                  <a:gd name="textAreaRight" fmla="*/ 373680 w 370440"/>
                  <a:gd name="textAreaTop" fmla="*/ 0 h 370440"/>
                  <a:gd name="textAreaBottom" fmla="*/ 373680 h 370440"/>
                </a:gdLst>
                <a:ahLst/>
                <a:rect l="textAreaLeft" t="textAreaTop" r="textAreaRight" b="textAreaBottom"/>
                <a:pathLst>
                  <a:path w="313858" h="313858">
                    <a:moveTo>
                      <a:pt x="0" y="156929"/>
                    </a:moveTo>
                    <a:cubicBezTo>
                      <a:pt x="0" y="243259"/>
                      <a:pt x="70224" y="313858"/>
                      <a:pt x="156929" y="313858"/>
                    </a:cubicBezTo>
                    <a:cubicBezTo>
                      <a:pt x="243634" y="313858"/>
                      <a:pt x="313858" y="243313"/>
                      <a:pt x="313858" y="156929"/>
                    </a:cubicBezTo>
                    <a:cubicBezTo>
                      <a:pt x="313858" y="65471"/>
                      <a:pt x="239007" y="0"/>
                      <a:pt x="156929" y="0"/>
                    </a:cubicBezTo>
                    <a:cubicBezTo>
                      <a:pt x="70608" y="0"/>
                      <a:pt x="0" y="70215"/>
                      <a:pt x="0" y="156929"/>
                    </a:cubicBezTo>
                    <a:close/>
                    <a:moveTo>
                      <a:pt x="156929" y="34866"/>
                    </a:moveTo>
                    <a:cubicBezTo>
                      <a:pt x="159421" y="34866"/>
                      <a:pt x="168551" y="40289"/>
                      <a:pt x="177591" y="64408"/>
                    </a:cubicBezTo>
                    <a:cubicBezTo>
                      <a:pt x="180200" y="71358"/>
                      <a:pt x="182460" y="79005"/>
                      <a:pt x="184381" y="87179"/>
                    </a:cubicBezTo>
                    <a:lnTo>
                      <a:pt x="129487" y="87179"/>
                    </a:lnTo>
                    <a:cubicBezTo>
                      <a:pt x="131407" y="79014"/>
                      <a:pt x="133667" y="71358"/>
                      <a:pt x="136267" y="64408"/>
                    </a:cubicBezTo>
                    <a:cubicBezTo>
                      <a:pt x="145316" y="40289"/>
                      <a:pt x="154445" y="34866"/>
                      <a:pt x="156929" y="34866"/>
                    </a:cubicBezTo>
                    <a:close/>
                    <a:moveTo>
                      <a:pt x="190080" y="122054"/>
                    </a:moveTo>
                    <a:cubicBezTo>
                      <a:pt x="191214" y="133256"/>
                      <a:pt x="191813" y="144941"/>
                      <a:pt x="191813" y="156929"/>
                    </a:cubicBezTo>
                    <a:cubicBezTo>
                      <a:pt x="191813" y="168918"/>
                      <a:pt x="191214" y="180602"/>
                      <a:pt x="190080" y="191804"/>
                    </a:cubicBezTo>
                    <a:lnTo>
                      <a:pt x="123796" y="191804"/>
                    </a:lnTo>
                    <a:cubicBezTo>
                      <a:pt x="122661" y="180602"/>
                      <a:pt x="122063" y="168918"/>
                      <a:pt x="122063" y="156929"/>
                    </a:cubicBezTo>
                    <a:cubicBezTo>
                      <a:pt x="122063" y="144941"/>
                      <a:pt x="122661" y="133256"/>
                      <a:pt x="123796" y="122054"/>
                    </a:cubicBezTo>
                    <a:lnTo>
                      <a:pt x="190080" y="122054"/>
                    </a:lnTo>
                    <a:close/>
                    <a:moveTo>
                      <a:pt x="278992" y="156929"/>
                    </a:moveTo>
                    <a:cubicBezTo>
                      <a:pt x="278992" y="169042"/>
                      <a:pt x="277215" y="180745"/>
                      <a:pt x="273909" y="191804"/>
                    </a:cubicBezTo>
                    <a:lnTo>
                      <a:pt x="225098" y="191804"/>
                    </a:lnTo>
                    <a:cubicBezTo>
                      <a:pt x="226134" y="180495"/>
                      <a:pt x="226679" y="168810"/>
                      <a:pt x="226679" y="156929"/>
                    </a:cubicBezTo>
                    <a:cubicBezTo>
                      <a:pt x="226679" y="145048"/>
                      <a:pt x="226144" y="133363"/>
                      <a:pt x="225098" y="122054"/>
                    </a:cubicBezTo>
                    <a:lnTo>
                      <a:pt x="273909" y="122054"/>
                    </a:lnTo>
                    <a:cubicBezTo>
                      <a:pt x="277215" y="133113"/>
                      <a:pt x="278992" y="144816"/>
                      <a:pt x="278992" y="156929"/>
                    </a:cubicBezTo>
                    <a:close/>
                    <a:moveTo>
                      <a:pt x="156929" y="278992"/>
                    </a:moveTo>
                    <a:cubicBezTo>
                      <a:pt x="154445" y="278992"/>
                      <a:pt x="145316" y="273570"/>
                      <a:pt x="136267" y="249450"/>
                    </a:cubicBezTo>
                    <a:cubicBezTo>
                      <a:pt x="133658" y="242500"/>
                      <a:pt x="131407" y="234621"/>
                      <a:pt x="129487" y="226447"/>
                    </a:cubicBezTo>
                    <a:lnTo>
                      <a:pt x="184381" y="226447"/>
                    </a:lnTo>
                    <a:cubicBezTo>
                      <a:pt x="182460" y="234612"/>
                      <a:pt x="180200" y="242500"/>
                      <a:pt x="177591" y="249450"/>
                    </a:cubicBezTo>
                    <a:cubicBezTo>
                      <a:pt x="168551" y="273570"/>
                      <a:pt x="159421" y="278992"/>
                      <a:pt x="156929" y="278992"/>
                    </a:cubicBezTo>
                    <a:close/>
                    <a:moveTo>
                      <a:pt x="88760" y="191804"/>
                    </a:moveTo>
                    <a:lnTo>
                      <a:pt x="39958" y="191804"/>
                    </a:lnTo>
                    <a:cubicBezTo>
                      <a:pt x="36653" y="180745"/>
                      <a:pt x="34875" y="169042"/>
                      <a:pt x="34875" y="156929"/>
                    </a:cubicBezTo>
                    <a:cubicBezTo>
                      <a:pt x="34875" y="144816"/>
                      <a:pt x="36662" y="132872"/>
                      <a:pt x="39958" y="121822"/>
                    </a:cubicBezTo>
                    <a:lnTo>
                      <a:pt x="88760" y="121822"/>
                    </a:lnTo>
                    <a:cubicBezTo>
                      <a:pt x="87724" y="133131"/>
                      <a:pt x="87179" y="145048"/>
                      <a:pt x="87179" y="156929"/>
                    </a:cubicBezTo>
                    <a:cubicBezTo>
                      <a:pt x="87179" y="168810"/>
                      <a:pt x="87724" y="180495"/>
                      <a:pt x="88760" y="191804"/>
                    </a:cubicBezTo>
                    <a:close/>
                    <a:moveTo>
                      <a:pt x="56815" y="226679"/>
                    </a:moveTo>
                    <a:lnTo>
                      <a:pt x="93798" y="226679"/>
                    </a:lnTo>
                    <a:cubicBezTo>
                      <a:pt x="96371" y="239355"/>
                      <a:pt x="99658" y="251147"/>
                      <a:pt x="103607" y="261697"/>
                    </a:cubicBezTo>
                    <a:cubicBezTo>
                      <a:pt x="104411" y="263850"/>
                      <a:pt x="105241" y="265896"/>
                      <a:pt x="106081" y="267888"/>
                    </a:cubicBezTo>
                    <a:cubicBezTo>
                      <a:pt x="86223" y="258750"/>
                      <a:pt x="69223" y="244439"/>
                      <a:pt x="56815" y="226688"/>
                    </a:cubicBezTo>
                    <a:close/>
                    <a:moveTo>
                      <a:pt x="207768" y="267879"/>
                    </a:moveTo>
                    <a:cubicBezTo>
                      <a:pt x="208607" y="265887"/>
                      <a:pt x="209430" y="263841"/>
                      <a:pt x="210242" y="261688"/>
                    </a:cubicBezTo>
                    <a:cubicBezTo>
                      <a:pt x="214190" y="251147"/>
                      <a:pt x="217487" y="239123"/>
                      <a:pt x="220051" y="226438"/>
                    </a:cubicBezTo>
                    <a:lnTo>
                      <a:pt x="257034" y="226438"/>
                    </a:lnTo>
                    <a:cubicBezTo>
                      <a:pt x="244626" y="244188"/>
                      <a:pt x="227626" y="258741"/>
                      <a:pt x="207768" y="267870"/>
                    </a:cubicBezTo>
                    <a:close/>
                    <a:moveTo>
                      <a:pt x="257034" y="87179"/>
                    </a:moveTo>
                    <a:lnTo>
                      <a:pt x="220051" y="87179"/>
                    </a:lnTo>
                    <a:cubicBezTo>
                      <a:pt x="217478" y="74503"/>
                      <a:pt x="214190" y="62711"/>
                      <a:pt x="210242" y="52161"/>
                    </a:cubicBezTo>
                    <a:cubicBezTo>
                      <a:pt x="209439" y="50008"/>
                      <a:pt x="208607" y="47962"/>
                      <a:pt x="207768" y="45970"/>
                    </a:cubicBezTo>
                    <a:cubicBezTo>
                      <a:pt x="227626" y="55109"/>
                      <a:pt x="244626" y="69420"/>
                      <a:pt x="257034" y="87170"/>
                    </a:cubicBezTo>
                    <a:close/>
                    <a:moveTo>
                      <a:pt x="106081" y="45979"/>
                    </a:moveTo>
                    <a:cubicBezTo>
                      <a:pt x="105241" y="47971"/>
                      <a:pt x="104420" y="50017"/>
                      <a:pt x="103607" y="52170"/>
                    </a:cubicBezTo>
                    <a:cubicBezTo>
                      <a:pt x="99658" y="62711"/>
                      <a:pt x="96362" y="74503"/>
                      <a:pt x="93798" y="87188"/>
                    </a:cubicBezTo>
                    <a:lnTo>
                      <a:pt x="56815" y="87188"/>
                    </a:lnTo>
                    <a:cubicBezTo>
                      <a:pt x="69223" y="69438"/>
                      <a:pt x="86223" y="55118"/>
                      <a:pt x="106081" y="45988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6914" name=""/>
          <p:cNvSpPr/>
          <p:nvPr/>
        </p:nvSpPr>
        <p:spPr>
          <a:xfrm>
            <a:off x="1371600" y="4114800"/>
            <a:ext cx="20548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oto Sans"/>
                <a:ea typeface="DejaVu Sans"/>
              </a:rPr>
              <a:t>   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Creater: Kartika Nidhi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  <p:sndAc>
      <p:stSnd>
        <p:snd r:embed="rId2" name="laser.wav"/>
      </p:stSnd>
    </p:sndAc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5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0760" cy="5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Structure of the Presentation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6" name="PlaceHolder 2"/>
          <p:cNvSpPr>
            <a:spLocks noGrp="1"/>
          </p:cNvSpPr>
          <p:nvPr>
            <p:ph type="subTitle"/>
          </p:nvPr>
        </p:nvSpPr>
        <p:spPr>
          <a:xfrm>
            <a:off x="720000" y="3759120"/>
            <a:ext cx="2302200" cy="5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Standard Deviation, Variance and Variation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7" name="PlaceHolder 3"/>
          <p:cNvSpPr>
            <a:spLocks noGrp="1"/>
          </p:cNvSpPr>
          <p:nvPr>
            <p:ph type="subTitle"/>
          </p:nvPr>
        </p:nvSpPr>
        <p:spPr>
          <a:xfrm>
            <a:off x="720000" y="2106720"/>
            <a:ext cx="2302200" cy="5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Introduction, History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And Application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8" name="PlaceHolder 4"/>
          <p:cNvSpPr>
            <a:spLocks noGrp="1"/>
          </p:cNvSpPr>
          <p:nvPr>
            <p:ph type="subTitle"/>
          </p:nvPr>
        </p:nvSpPr>
        <p:spPr>
          <a:xfrm>
            <a:off x="3419280" y="2106720"/>
            <a:ext cx="2302200" cy="5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Types of Data and Presentation of Data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9" name="PlaceHolder 5"/>
          <p:cNvSpPr>
            <a:spLocks noGrp="1"/>
          </p:cNvSpPr>
          <p:nvPr>
            <p:ph type="subTitle"/>
          </p:nvPr>
        </p:nvSpPr>
        <p:spPr>
          <a:xfrm>
            <a:off x="3419280" y="3759120"/>
            <a:ext cx="2302200" cy="5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        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Skewness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0" name="PlaceHolder 6"/>
          <p:cNvSpPr>
            <a:spLocks noGrp="1"/>
          </p:cNvSpPr>
          <p:nvPr>
            <p:ph type="subTitle"/>
          </p:nvPr>
        </p:nvSpPr>
        <p:spPr>
          <a:xfrm>
            <a:off x="6118560" y="2106720"/>
            <a:ext cx="2302200" cy="5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Mean, Median and Mode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1" name="PlaceHolder 7"/>
          <p:cNvSpPr>
            <a:spLocks noGrp="1"/>
          </p:cNvSpPr>
          <p:nvPr>
            <p:ph type="title"/>
          </p:nvPr>
        </p:nvSpPr>
        <p:spPr>
          <a:xfrm>
            <a:off x="720000" y="1332000"/>
            <a:ext cx="731520" cy="444240"/>
          </a:xfrm>
          <a:prstGeom prst="rect">
            <a:avLst/>
          </a:prstGeom>
          <a:noFill/>
          <a:ln w="9360">
            <a:solidFill>
              <a:schemeClr val="dk2"/>
            </a:solidFill>
            <a:prstDash val="dash"/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accent1"/>
                </a:solidFill>
                <a:latin typeface="Montserrat"/>
                <a:ea typeface="Montserrat"/>
              </a:rPr>
              <a:t>01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2" name="PlaceHolder 8"/>
          <p:cNvSpPr>
            <a:spLocks noGrp="1"/>
          </p:cNvSpPr>
          <p:nvPr>
            <p:ph type="title"/>
          </p:nvPr>
        </p:nvSpPr>
        <p:spPr>
          <a:xfrm>
            <a:off x="720000" y="2988360"/>
            <a:ext cx="731520" cy="444240"/>
          </a:xfrm>
          <a:prstGeom prst="rect">
            <a:avLst/>
          </a:prstGeom>
          <a:noFill/>
          <a:ln w="9360">
            <a:solidFill>
              <a:schemeClr val="dk2"/>
            </a:solidFill>
            <a:prstDash val="dash"/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accent1"/>
                </a:solidFill>
                <a:latin typeface="Montserrat"/>
                <a:ea typeface="Montserrat"/>
              </a:rPr>
              <a:t>04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3" name="PlaceHolder 9"/>
          <p:cNvSpPr>
            <a:spLocks noGrp="1"/>
          </p:cNvSpPr>
          <p:nvPr>
            <p:ph type="title"/>
          </p:nvPr>
        </p:nvSpPr>
        <p:spPr>
          <a:xfrm>
            <a:off x="3779280" y="1332000"/>
            <a:ext cx="731520" cy="444240"/>
          </a:xfrm>
          <a:prstGeom prst="rect">
            <a:avLst/>
          </a:prstGeom>
          <a:noFill/>
          <a:ln w="9360">
            <a:solidFill>
              <a:schemeClr val="dk2"/>
            </a:solidFill>
            <a:prstDash val="dash"/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accent1"/>
                </a:solidFill>
                <a:latin typeface="Montserrat"/>
                <a:ea typeface="Montserrat"/>
              </a:rPr>
              <a:t>02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4" name="PlaceHolder 10"/>
          <p:cNvSpPr>
            <a:spLocks noGrp="1"/>
          </p:cNvSpPr>
          <p:nvPr>
            <p:ph type="title"/>
          </p:nvPr>
        </p:nvSpPr>
        <p:spPr>
          <a:xfrm>
            <a:off x="3815280" y="2988360"/>
            <a:ext cx="731520" cy="444240"/>
          </a:xfrm>
          <a:prstGeom prst="rect">
            <a:avLst/>
          </a:prstGeom>
          <a:noFill/>
          <a:ln w="9360">
            <a:solidFill>
              <a:schemeClr val="dk2"/>
            </a:solidFill>
            <a:prstDash val="dash"/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accent1"/>
                </a:solidFill>
                <a:latin typeface="Montserrat"/>
                <a:ea typeface="Montserrat"/>
              </a:rPr>
              <a:t>05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5" name="PlaceHolder 11"/>
          <p:cNvSpPr>
            <a:spLocks noGrp="1"/>
          </p:cNvSpPr>
          <p:nvPr>
            <p:ph type="title"/>
          </p:nvPr>
        </p:nvSpPr>
        <p:spPr>
          <a:xfrm>
            <a:off x="6622560" y="1332000"/>
            <a:ext cx="731520" cy="444240"/>
          </a:xfrm>
          <a:prstGeom prst="rect">
            <a:avLst/>
          </a:prstGeom>
          <a:noFill/>
          <a:ln w="9360">
            <a:solidFill>
              <a:schemeClr val="dk2"/>
            </a:solidFill>
            <a:prstDash val="dash"/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accent1"/>
                </a:solidFill>
                <a:latin typeface="Montserrat"/>
                <a:ea typeface="Montserrat"/>
              </a:rPr>
              <a:t>03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6" name="PlaceHolder 12"/>
          <p:cNvSpPr>
            <a:spLocks noGrp="1"/>
          </p:cNvSpPr>
          <p:nvPr>
            <p:ph type="subTitle"/>
          </p:nvPr>
        </p:nvSpPr>
        <p:spPr>
          <a:xfrm>
            <a:off x="682920" y="1779480"/>
            <a:ext cx="2302200" cy="48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Statistics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7" name="PlaceHolder 13"/>
          <p:cNvSpPr>
            <a:spLocks noGrp="1"/>
          </p:cNvSpPr>
          <p:nvPr>
            <p:ph type="subTitle"/>
          </p:nvPr>
        </p:nvSpPr>
        <p:spPr>
          <a:xfrm>
            <a:off x="2987280" y="1779480"/>
            <a:ext cx="3128760" cy="48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Data and Visualization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8" name="PlaceHolder 14"/>
          <p:cNvSpPr>
            <a:spLocks noGrp="1"/>
          </p:cNvSpPr>
          <p:nvPr>
            <p:ph type="subTitle"/>
          </p:nvPr>
        </p:nvSpPr>
        <p:spPr>
          <a:xfrm>
            <a:off x="6118560" y="1779480"/>
            <a:ext cx="2565720" cy="48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Central Tendency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9" name="PlaceHolder 15"/>
          <p:cNvSpPr>
            <a:spLocks noGrp="1"/>
          </p:cNvSpPr>
          <p:nvPr>
            <p:ph type="subTitle"/>
          </p:nvPr>
        </p:nvSpPr>
        <p:spPr>
          <a:xfrm>
            <a:off x="720000" y="3436200"/>
            <a:ext cx="2302200" cy="48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Dispersion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0" name="PlaceHolder 16"/>
          <p:cNvSpPr>
            <a:spLocks noGrp="1"/>
          </p:cNvSpPr>
          <p:nvPr>
            <p:ph type="subTitle"/>
          </p:nvPr>
        </p:nvSpPr>
        <p:spPr>
          <a:xfrm>
            <a:off x="2743200" y="3436200"/>
            <a:ext cx="3883680" cy="48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Assymmetry of Distribution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6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2000"/>
                                        <p:tgtEl>
                                          <p:spTgt spid="6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2000"/>
                                        <p:tgtEl>
                                          <p:spTgt spid="6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2000"/>
                                        <p:tgtEl>
                                          <p:spTgt spid="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2000"/>
                                        <p:tgtEl>
                                          <p:spTgt spid="6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2000"/>
                                        <p:tgtEl>
                                          <p:spTgt spid="6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" dur="2000"/>
                                        <p:tgtEl>
                                          <p:spTgt spid="69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" dur="2000"/>
                                        <p:tgtEl>
                                          <p:spTgt spid="6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" dur="2000"/>
                                        <p:tgtEl>
                                          <p:spTgt spid="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" dur="2000"/>
                                        <p:tgtEl>
                                          <p:spTgt spid="6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" dur="2000"/>
                                        <p:tgtEl>
                                          <p:spTgt spid="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2000"/>
                                        <p:tgtEl>
                                          <p:spTgt spid="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" dur="2000"/>
                                        <p:tgtEl>
                                          <p:spTgt spid="6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2000"/>
                                        <p:tgtEl>
                                          <p:spTgt spid="6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1" name="PlaceHolder 1"/>
          <p:cNvSpPr>
            <a:spLocks noGrp="1"/>
          </p:cNvSpPr>
          <p:nvPr>
            <p:ph type="title"/>
          </p:nvPr>
        </p:nvSpPr>
        <p:spPr>
          <a:xfrm>
            <a:off x="2413800" y="1850760"/>
            <a:ext cx="5691240" cy="9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000" spc="-1" strike="noStrike">
                <a:solidFill>
                  <a:schemeClr val="dk1"/>
                </a:solidFill>
                <a:latin typeface="Montserrat"/>
                <a:ea typeface="Montserrat"/>
              </a:rPr>
              <a:t>Introduction to Statistics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2" name="PlaceHolder 2"/>
          <p:cNvSpPr>
            <a:spLocks noGrp="1"/>
          </p:cNvSpPr>
          <p:nvPr>
            <p:ph type="title"/>
          </p:nvPr>
        </p:nvSpPr>
        <p:spPr>
          <a:xfrm>
            <a:off x="1035720" y="2068920"/>
            <a:ext cx="1002600" cy="1002600"/>
          </a:xfrm>
          <a:prstGeom prst="rect">
            <a:avLst/>
          </a:prstGeom>
          <a:noFill/>
          <a:ln w="9360">
            <a:solidFill>
              <a:schemeClr val="dk2"/>
            </a:solidFill>
            <a:prstDash val="dash"/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pc="-1" strike="noStrike">
                <a:solidFill>
                  <a:schemeClr val="accent1"/>
                </a:solidFill>
                <a:latin typeface="Montserrat"/>
                <a:ea typeface="Montserrat"/>
              </a:rPr>
              <a:t>01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3" name="Google Shape;2916;p41"/>
          <p:cNvSpPr/>
          <p:nvPr/>
        </p:nvSpPr>
        <p:spPr>
          <a:xfrm>
            <a:off x="528480" y="3695760"/>
            <a:ext cx="3279240" cy="602280"/>
          </a:xfrm>
          <a:prstGeom prst="rightArrow">
            <a:avLst>
              <a:gd name="adj1" fmla="val 50000"/>
              <a:gd name="adj2" fmla="val 80869"/>
            </a:avLst>
          </a:prstGeom>
          <a:solidFill>
            <a:srgbClr val="2ebbf2">
              <a:alpha val="2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934" name=""/>
          <p:cNvSpPr/>
          <p:nvPr/>
        </p:nvSpPr>
        <p:spPr>
          <a:xfrm>
            <a:off x="2514600" y="2971800"/>
            <a:ext cx="50270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Definition, History and Application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5" name=""/>
          <p:cNvSpPr/>
          <p:nvPr/>
        </p:nvSpPr>
        <p:spPr>
          <a:xfrm>
            <a:off x="1143000" y="1130400"/>
            <a:ext cx="6626880" cy="32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The word Statistics is originated from the Latin word ‘status’ which means a political state or government.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Originally it started as a tool for rulers and politicians to keep track of their people and taxes, eventually evolving into the rigrous mathematical science we use today to analyze and predict anything.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Although, the modern term for statistics was coined from German word ‘Statistik’.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6" name="PlaceHolder 1"/>
          <p:cNvSpPr>
            <a:spLocks noGrp="1"/>
          </p:cNvSpPr>
          <p:nvPr>
            <p:ph type="subTitle"/>
          </p:nvPr>
        </p:nvSpPr>
        <p:spPr>
          <a:xfrm>
            <a:off x="4831920" y="1371600"/>
            <a:ext cx="3250800" cy="296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There are two main branches of statistics: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Descriptive Statistics: Organizes and summarizes data (mean, median, std, charts, etc.)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Inferential Statistics: Uses sample data to make predictions or conclusions.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This presentation is focused on Descriptive Statistics.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7" name="PlaceHolder 2"/>
          <p:cNvSpPr>
            <a:spLocks noGrp="1"/>
          </p:cNvSpPr>
          <p:nvPr>
            <p:ph type="subTitle"/>
          </p:nvPr>
        </p:nvSpPr>
        <p:spPr>
          <a:xfrm>
            <a:off x="1058040" y="1407600"/>
            <a:ext cx="3250800" cy="27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Statistics is the branch of mathematics that deals with the collection, organization, analysis, interpretation, and presentation of data.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It is widely used in fields like science, business, finance, medicine, Enginerring and social sciences.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8" name="" descr=""/>
          <p:cNvPicPr/>
          <p:nvPr/>
        </p:nvPicPr>
        <p:blipFill>
          <a:blip r:embed="rId1"/>
          <a:stretch/>
        </p:blipFill>
        <p:spPr>
          <a:xfrm>
            <a:off x="601200" y="639000"/>
            <a:ext cx="1762200" cy="14158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6939" name=""/>
          <p:cNvSpPr/>
          <p:nvPr/>
        </p:nvSpPr>
        <p:spPr>
          <a:xfrm>
            <a:off x="685800" y="2190600"/>
            <a:ext cx="1826280" cy="16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Blaise Pascal (1623-1662)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Probability Theory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Statistical Reasoning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40" name="" descr=""/>
          <p:cNvPicPr/>
          <p:nvPr/>
        </p:nvPicPr>
        <p:blipFill>
          <a:blip r:embed="rId2"/>
          <a:stretch/>
        </p:blipFill>
        <p:spPr>
          <a:xfrm>
            <a:off x="2864880" y="606600"/>
            <a:ext cx="1668600" cy="148716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6941" name=""/>
          <p:cNvSpPr/>
          <p:nvPr/>
        </p:nvSpPr>
        <p:spPr>
          <a:xfrm>
            <a:off x="2971800" y="2286000"/>
            <a:ext cx="1597680" cy="159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Carl Friedrich Gauss(1777-1855)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Normal Distribution(Bell Curve)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42" name="" descr=""/>
          <p:cNvPicPr/>
          <p:nvPr/>
        </p:nvPicPr>
        <p:blipFill>
          <a:blip r:embed="rId3"/>
          <a:stretch/>
        </p:blipFill>
        <p:spPr>
          <a:xfrm>
            <a:off x="4827240" y="606960"/>
            <a:ext cx="1799640" cy="155304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6943" name=""/>
          <p:cNvSpPr/>
          <p:nvPr/>
        </p:nvSpPr>
        <p:spPr>
          <a:xfrm>
            <a:off x="4800600" y="2286000"/>
            <a:ext cx="2054880" cy="16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Karl Pearson (1857-1936)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Modern Mathematical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Statistics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Correlation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44" name="" descr=""/>
          <p:cNvPicPr/>
          <p:nvPr/>
        </p:nvPicPr>
        <p:blipFill>
          <a:blip r:embed="rId4"/>
          <a:stretch/>
        </p:blipFill>
        <p:spPr>
          <a:xfrm>
            <a:off x="6831720" y="691200"/>
            <a:ext cx="1395360" cy="147348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6945" name=""/>
          <p:cNvSpPr/>
          <p:nvPr/>
        </p:nvSpPr>
        <p:spPr>
          <a:xfrm>
            <a:off x="6858000" y="2262600"/>
            <a:ext cx="1369080" cy="22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Sir Ronald Fisher(1890-1962)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Father of Modern Statistics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Experimental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Design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6" name=""/>
          <p:cNvSpPr/>
          <p:nvPr/>
        </p:nvSpPr>
        <p:spPr>
          <a:xfrm>
            <a:off x="914400" y="878400"/>
            <a:ext cx="7313040" cy="35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1️⃣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Decision Making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Used to make informed decisions in business, government, daily life etc.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2️⃣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Data Analysis and Interpretation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Helps in summarizing large amounts of data into meaningful information (averages, percentages, graphs).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3️⃣ 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Planning and Forecasting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Used to predict future trends like population growth, sales, and weather conditions.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4️⃣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Research and Development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Helps scientists and researchers test hypotheses and draw conclusions.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5️⃣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Performance Evaluation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Used to measure performance in education, sports, health, and industries.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7" name="PlaceHolder 1"/>
          <p:cNvSpPr>
            <a:spLocks noGrp="1"/>
          </p:cNvSpPr>
          <p:nvPr>
            <p:ph type="title"/>
          </p:nvPr>
        </p:nvSpPr>
        <p:spPr>
          <a:xfrm>
            <a:off x="2413800" y="1850760"/>
            <a:ext cx="5691240" cy="9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000" spc="-1" strike="noStrike">
                <a:solidFill>
                  <a:schemeClr val="dk1"/>
                </a:solidFill>
                <a:latin typeface="Montserrat"/>
                <a:ea typeface="Montserrat"/>
              </a:rPr>
              <a:t>Data And Visualization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8" name="PlaceHolder 2"/>
          <p:cNvSpPr>
            <a:spLocks noGrp="1"/>
          </p:cNvSpPr>
          <p:nvPr>
            <p:ph type="title"/>
          </p:nvPr>
        </p:nvSpPr>
        <p:spPr>
          <a:xfrm>
            <a:off x="1035720" y="2068920"/>
            <a:ext cx="1002600" cy="1002600"/>
          </a:xfrm>
          <a:prstGeom prst="rect">
            <a:avLst/>
          </a:prstGeom>
          <a:noFill/>
          <a:ln w="9360">
            <a:solidFill>
              <a:schemeClr val="dk2"/>
            </a:solidFill>
            <a:prstDash val="dash"/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pc="-1" strike="noStrike">
                <a:solidFill>
                  <a:schemeClr val="accent1"/>
                </a:solidFill>
                <a:latin typeface="Montserrat"/>
                <a:ea typeface="Montserrat"/>
              </a:rPr>
              <a:t>02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9" name="Google Shape;2916;p 2"/>
          <p:cNvSpPr/>
          <p:nvPr/>
        </p:nvSpPr>
        <p:spPr>
          <a:xfrm>
            <a:off x="528480" y="3695760"/>
            <a:ext cx="3279240" cy="602280"/>
          </a:xfrm>
          <a:prstGeom prst="rightArrow">
            <a:avLst>
              <a:gd name="adj1" fmla="val 50000"/>
              <a:gd name="adj2" fmla="val 80869"/>
            </a:avLst>
          </a:prstGeom>
          <a:solidFill>
            <a:srgbClr val="2ebbf2">
              <a:alpha val="2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950" name=""/>
          <p:cNvSpPr/>
          <p:nvPr/>
        </p:nvSpPr>
        <p:spPr>
          <a:xfrm>
            <a:off x="2514600" y="2971800"/>
            <a:ext cx="50270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Types and Presentation of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1" name=""/>
          <p:cNvSpPr/>
          <p:nvPr/>
        </p:nvSpPr>
        <p:spPr>
          <a:xfrm>
            <a:off x="1720800" y="639000"/>
            <a:ext cx="5484600" cy="502200"/>
          </a:xfrm>
          <a:prstGeom prst="roundRect">
            <a:avLst>
              <a:gd name="adj" fmla="val 16667"/>
            </a:avLst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b4c7dc"/>
              </a:solidFill>
              <a:latin typeface="Arial"/>
              <a:ea typeface="DejaVu Sans"/>
            </a:endParaRPr>
          </a:p>
        </p:txBody>
      </p:sp>
      <p:sp>
        <p:nvSpPr>
          <p:cNvPr id="6952" name=""/>
          <p:cNvSpPr/>
          <p:nvPr/>
        </p:nvSpPr>
        <p:spPr>
          <a:xfrm>
            <a:off x="3628800" y="613800"/>
            <a:ext cx="479880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Types of Data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3" name=""/>
          <p:cNvSpPr/>
          <p:nvPr/>
        </p:nvSpPr>
        <p:spPr>
          <a:xfrm>
            <a:off x="4163400" y="1143000"/>
            <a:ext cx="455400" cy="912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b4c7dc"/>
              </a:solidFill>
              <a:latin typeface="Arial"/>
              <a:ea typeface="DejaVu Sans"/>
            </a:endParaRPr>
          </a:p>
        </p:txBody>
      </p:sp>
      <p:sp>
        <p:nvSpPr>
          <p:cNvPr id="6954" name=""/>
          <p:cNvSpPr/>
          <p:nvPr/>
        </p:nvSpPr>
        <p:spPr>
          <a:xfrm>
            <a:off x="1828800" y="1720800"/>
            <a:ext cx="2536200" cy="347400"/>
          </a:xfrm>
          <a:prstGeom prst="leftArrow">
            <a:avLst>
              <a:gd name="adj1" fmla="val 50000"/>
              <a:gd name="adj2" fmla="val 181701"/>
            </a:avLst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b4c7dc"/>
              </a:solidFill>
              <a:latin typeface="Arial"/>
              <a:ea typeface="DejaVu Sans"/>
            </a:endParaRPr>
          </a:p>
        </p:txBody>
      </p:sp>
      <p:sp>
        <p:nvSpPr>
          <p:cNvPr id="6955" name=""/>
          <p:cNvSpPr/>
          <p:nvPr/>
        </p:nvSpPr>
        <p:spPr>
          <a:xfrm rot="10800000">
            <a:off x="4405680" y="1733760"/>
            <a:ext cx="2536200" cy="347400"/>
          </a:xfrm>
          <a:prstGeom prst="leftArrow">
            <a:avLst>
              <a:gd name="adj1" fmla="val 50000"/>
              <a:gd name="adj2" fmla="val 181701"/>
            </a:avLst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b4c7dc"/>
              </a:solidFill>
              <a:latin typeface="Arial"/>
              <a:ea typeface="DejaVu Sans"/>
            </a:endParaRPr>
          </a:p>
        </p:txBody>
      </p:sp>
      <p:sp>
        <p:nvSpPr>
          <p:cNvPr id="6956" name=""/>
          <p:cNvSpPr/>
          <p:nvPr/>
        </p:nvSpPr>
        <p:spPr>
          <a:xfrm>
            <a:off x="914400" y="1672200"/>
            <a:ext cx="2512800" cy="1297800"/>
          </a:xfrm>
          <a:prstGeom prst="roundRect">
            <a:avLst>
              <a:gd name="adj" fmla="val 16667"/>
            </a:avLst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b4c7dc"/>
              </a:solidFill>
              <a:latin typeface="Arial"/>
              <a:ea typeface="DejaVu Sans"/>
            </a:endParaRPr>
          </a:p>
        </p:txBody>
      </p:sp>
      <p:sp>
        <p:nvSpPr>
          <p:cNvPr id="6957" name=""/>
          <p:cNvSpPr/>
          <p:nvPr/>
        </p:nvSpPr>
        <p:spPr>
          <a:xfrm>
            <a:off x="5486400" y="1672200"/>
            <a:ext cx="2741400" cy="1297800"/>
          </a:xfrm>
          <a:prstGeom prst="roundRect">
            <a:avLst>
              <a:gd name="adj" fmla="val 16667"/>
            </a:avLst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b4c7dc"/>
              </a:solidFill>
              <a:latin typeface="Arial"/>
              <a:ea typeface="DejaVu Sans"/>
            </a:endParaRPr>
          </a:p>
        </p:txBody>
      </p:sp>
      <p:sp>
        <p:nvSpPr>
          <p:cNvPr id="6958" name=""/>
          <p:cNvSpPr/>
          <p:nvPr/>
        </p:nvSpPr>
        <p:spPr>
          <a:xfrm>
            <a:off x="1094400" y="1648800"/>
            <a:ext cx="2332800" cy="13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Quantitative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Includes Numerical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Eg: Sales in month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9" name=""/>
          <p:cNvSpPr/>
          <p:nvPr/>
        </p:nvSpPr>
        <p:spPr>
          <a:xfrm>
            <a:off x="5486400" y="1659960"/>
            <a:ext cx="2741400" cy="20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        </a:t>
            </a: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Qualitative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  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Includes Descriptive or               Categorical 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  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Eg: Brands of car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0" name=""/>
          <p:cNvSpPr/>
          <p:nvPr/>
        </p:nvSpPr>
        <p:spPr>
          <a:xfrm>
            <a:off x="1828800" y="2971800"/>
            <a:ext cx="455400" cy="912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b4c7dc"/>
              </a:solidFill>
              <a:latin typeface="Arial"/>
              <a:ea typeface="DejaVu Sans"/>
            </a:endParaRPr>
          </a:p>
        </p:txBody>
      </p:sp>
      <p:sp>
        <p:nvSpPr>
          <p:cNvPr id="6961" name=""/>
          <p:cNvSpPr/>
          <p:nvPr/>
        </p:nvSpPr>
        <p:spPr>
          <a:xfrm>
            <a:off x="914400" y="3164400"/>
            <a:ext cx="2512800" cy="1297800"/>
          </a:xfrm>
          <a:prstGeom prst="roundRect">
            <a:avLst>
              <a:gd name="adj" fmla="val 16667"/>
            </a:avLst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b4c7dc"/>
              </a:solidFill>
              <a:latin typeface="Arial"/>
              <a:ea typeface="DejaVu Sans"/>
            </a:endParaRPr>
          </a:p>
        </p:txBody>
      </p:sp>
      <p:sp>
        <p:nvSpPr>
          <p:cNvPr id="6962" name=""/>
          <p:cNvSpPr/>
          <p:nvPr/>
        </p:nvSpPr>
        <p:spPr>
          <a:xfrm>
            <a:off x="3434400" y="3164760"/>
            <a:ext cx="2512800" cy="1297800"/>
          </a:xfrm>
          <a:prstGeom prst="roundRect">
            <a:avLst>
              <a:gd name="adj" fmla="val 16667"/>
            </a:avLst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b4c7dc"/>
              </a:solidFill>
              <a:latin typeface="Arial"/>
              <a:ea typeface="DejaVu Sans"/>
            </a:endParaRPr>
          </a:p>
        </p:txBody>
      </p:sp>
      <p:sp>
        <p:nvSpPr>
          <p:cNvPr id="6963" name=""/>
          <p:cNvSpPr/>
          <p:nvPr/>
        </p:nvSpPr>
        <p:spPr>
          <a:xfrm>
            <a:off x="914400" y="3128400"/>
            <a:ext cx="2512800" cy="17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        </a:t>
            </a: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Discrete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Includes countable values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Eg: Number of cars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4" name=""/>
          <p:cNvSpPr/>
          <p:nvPr/>
        </p:nvSpPr>
        <p:spPr>
          <a:xfrm>
            <a:off x="3657600" y="3128760"/>
            <a:ext cx="2055600" cy="13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Continuous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Includes measurable values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Eg: Height of students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5" name="PlaceHolder 1"/>
          <p:cNvSpPr>
            <a:spLocks noGrp="1"/>
          </p:cNvSpPr>
          <p:nvPr>
            <p:ph type="subTitle"/>
          </p:nvPr>
        </p:nvSpPr>
        <p:spPr>
          <a:xfrm>
            <a:off x="3200400" y="2113560"/>
            <a:ext cx="2741400" cy="6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Used when comparing different categories of discrete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6" name="PlaceHolder 2"/>
          <p:cNvSpPr>
            <a:spLocks noGrp="1"/>
          </p:cNvSpPr>
          <p:nvPr>
            <p:ph type="subTitle"/>
          </p:nvPr>
        </p:nvSpPr>
        <p:spPr>
          <a:xfrm>
            <a:off x="6168960" y="2113560"/>
            <a:ext cx="2143440" cy="6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Used to show percentage in comparison to whole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7" name="PlaceHolder 3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0760" cy="5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Representation of 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8" name="PlaceHolder 4"/>
          <p:cNvSpPr>
            <a:spLocks noGrp="1"/>
          </p:cNvSpPr>
          <p:nvPr>
            <p:ph type="subTitle"/>
          </p:nvPr>
        </p:nvSpPr>
        <p:spPr>
          <a:xfrm>
            <a:off x="828720" y="2113560"/>
            <a:ext cx="2143440" cy="6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Used for comparison of large datasets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9" name="PlaceHolder 5"/>
          <p:cNvSpPr>
            <a:spLocks noGrp="1"/>
          </p:cNvSpPr>
          <p:nvPr>
            <p:ph type="subTitle"/>
          </p:nvPr>
        </p:nvSpPr>
        <p:spPr>
          <a:xfrm>
            <a:off x="828720" y="3798000"/>
            <a:ext cx="2143440" cy="6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Used for showing trends with time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0" name="PlaceHolder 6"/>
          <p:cNvSpPr>
            <a:spLocks noGrp="1"/>
          </p:cNvSpPr>
          <p:nvPr>
            <p:ph type="subTitle"/>
          </p:nvPr>
        </p:nvSpPr>
        <p:spPr>
          <a:xfrm>
            <a:off x="3498840" y="3726000"/>
            <a:ext cx="2143440" cy="6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Used for comparing two distributions and shapes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1" name="PlaceHolder 7"/>
          <p:cNvSpPr>
            <a:spLocks noGrp="1"/>
          </p:cNvSpPr>
          <p:nvPr>
            <p:ph type="subTitle"/>
          </p:nvPr>
        </p:nvSpPr>
        <p:spPr>
          <a:xfrm>
            <a:off x="6168960" y="3690000"/>
            <a:ext cx="2143440" cy="6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Used for continuous data and frequency distribution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2" name="PlaceHolder 8"/>
          <p:cNvSpPr>
            <a:spLocks noGrp="1"/>
          </p:cNvSpPr>
          <p:nvPr>
            <p:ph type="subTitle"/>
          </p:nvPr>
        </p:nvSpPr>
        <p:spPr>
          <a:xfrm>
            <a:off x="829800" y="1760400"/>
            <a:ext cx="2141280" cy="5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Tables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3" name="PlaceHolder 9"/>
          <p:cNvSpPr>
            <a:spLocks noGrp="1"/>
          </p:cNvSpPr>
          <p:nvPr>
            <p:ph type="subTitle"/>
          </p:nvPr>
        </p:nvSpPr>
        <p:spPr>
          <a:xfrm>
            <a:off x="3499920" y="1760400"/>
            <a:ext cx="2141280" cy="5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Bar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4" name="PlaceHolder 10"/>
          <p:cNvSpPr>
            <a:spLocks noGrp="1"/>
          </p:cNvSpPr>
          <p:nvPr>
            <p:ph type="subTitle"/>
          </p:nvPr>
        </p:nvSpPr>
        <p:spPr>
          <a:xfrm>
            <a:off x="6169680" y="1760400"/>
            <a:ext cx="2141280" cy="5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Pie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5" name="PlaceHolder 11"/>
          <p:cNvSpPr>
            <a:spLocks noGrp="1"/>
          </p:cNvSpPr>
          <p:nvPr>
            <p:ph type="subTitle"/>
          </p:nvPr>
        </p:nvSpPr>
        <p:spPr>
          <a:xfrm>
            <a:off x="829800" y="3444840"/>
            <a:ext cx="2141280" cy="5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Line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6" name="PlaceHolder 12"/>
          <p:cNvSpPr>
            <a:spLocks noGrp="1"/>
          </p:cNvSpPr>
          <p:nvPr>
            <p:ph type="subTitle"/>
          </p:nvPr>
        </p:nvSpPr>
        <p:spPr>
          <a:xfrm>
            <a:off x="3499920" y="3444840"/>
            <a:ext cx="2141280" cy="5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Scatter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7" name="PlaceHolder 13"/>
          <p:cNvSpPr>
            <a:spLocks noGrp="1"/>
          </p:cNvSpPr>
          <p:nvPr>
            <p:ph type="subTitle"/>
          </p:nvPr>
        </p:nvSpPr>
        <p:spPr>
          <a:xfrm>
            <a:off x="6169680" y="3444840"/>
            <a:ext cx="2141280" cy="5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Histogram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78" name="Google Shape;3024;p47"/>
          <p:cNvGrpSpPr/>
          <p:nvPr/>
        </p:nvGrpSpPr>
        <p:grpSpPr>
          <a:xfrm>
            <a:off x="1758240" y="1333080"/>
            <a:ext cx="284400" cy="347400"/>
            <a:chOff x="1758240" y="1333080"/>
            <a:chExt cx="284400" cy="347400"/>
          </a:xfrm>
        </p:grpSpPr>
        <p:sp>
          <p:nvSpPr>
            <p:cNvPr id="6979" name="Google Shape;3025;p47"/>
            <p:cNvSpPr/>
            <p:nvPr/>
          </p:nvSpPr>
          <p:spPr>
            <a:xfrm>
              <a:off x="1758240" y="1333080"/>
              <a:ext cx="284400" cy="347400"/>
            </a:xfrm>
            <a:custGeom>
              <a:avLst/>
              <a:gdLst>
                <a:gd name="textAreaLeft" fmla="*/ 0 w 284400"/>
                <a:gd name="textAreaRight" fmla="*/ 287640 w 284400"/>
                <a:gd name="textAreaTop" fmla="*/ 0 h 347400"/>
                <a:gd name="textAreaBottom" fmla="*/ 350640 h 347400"/>
              </a:gdLst>
              <a:ahLst/>
              <a:rect l="textAreaLeft" t="textAreaTop" r="textAreaRight" b="textAreaBottom"/>
              <a:pathLst>
                <a:path w="489189" h="596343">
                  <a:moveTo>
                    <a:pt x="436778" y="0"/>
                  </a:moveTo>
                  <a:lnTo>
                    <a:pt x="52411" y="0"/>
                  </a:lnTo>
                  <a:cubicBezTo>
                    <a:pt x="23512" y="0"/>
                    <a:pt x="0" y="23512"/>
                    <a:pt x="0" y="52411"/>
                  </a:cubicBezTo>
                  <a:lnTo>
                    <a:pt x="0" y="543932"/>
                  </a:lnTo>
                  <a:cubicBezTo>
                    <a:pt x="0" y="572831"/>
                    <a:pt x="23512" y="596343"/>
                    <a:pt x="52411" y="596343"/>
                  </a:cubicBezTo>
                  <a:lnTo>
                    <a:pt x="436778" y="596343"/>
                  </a:lnTo>
                  <a:cubicBezTo>
                    <a:pt x="465678" y="596343"/>
                    <a:pt x="489189" y="572831"/>
                    <a:pt x="489189" y="543932"/>
                  </a:cubicBezTo>
                  <a:lnTo>
                    <a:pt x="489189" y="52411"/>
                  </a:lnTo>
                  <a:cubicBezTo>
                    <a:pt x="489189" y="23512"/>
                    <a:pt x="465678" y="0"/>
                    <a:pt x="436778" y="0"/>
                  </a:cubicBezTo>
                  <a:close/>
                  <a:moveTo>
                    <a:pt x="52411" y="34947"/>
                  </a:moveTo>
                  <a:lnTo>
                    <a:pt x="436778" y="34947"/>
                  </a:lnTo>
                  <a:cubicBezTo>
                    <a:pt x="446408" y="34947"/>
                    <a:pt x="454252" y="42790"/>
                    <a:pt x="454252" y="52420"/>
                  </a:cubicBezTo>
                  <a:lnTo>
                    <a:pt x="454252" y="174715"/>
                  </a:lnTo>
                  <a:lnTo>
                    <a:pt x="34947" y="174715"/>
                  </a:lnTo>
                  <a:lnTo>
                    <a:pt x="34947" y="52411"/>
                  </a:lnTo>
                  <a:cubicBezTo>
                    <a:pt x="34947" y="42781"/>
                    <a:pt x="42789" y="34938"/>
                    <a:pt x="52420" y="34938"/>
                  </a:cubicBezTo>
                  <a:close/>
                  <a:moveTo>
                    <a:pt x="279537" y="281869"/>
                  </a:moveTo>
                  <a:lnTo>
                    <a:pt x="279537" y="351753"/>
                  </a:lnTo>
                  <a:lnTo>
                    <a:pt x="209652" y="351753"/>
                  </a:lnTo>
                  <a:lnTo>
                    <a:pt x="209652" y="281869"/>
                  </a:lnTo>
                  <a:lnTo>
                    <a:pt x="279537" y="281869"/>
                  </a:lnTo>
                  <a:close/>
                  <a:moveTo>
                    <a:pt x="384367" y="281869"/>
                  </a:moveTo>
                  <a:lnTo>
                    <a:pt x="384367" y="351753"/>
                  </a:lnTo>
                  <a:lnTo>
                    <a:pt x="314484" y="351753"/>
                  </a:lnTo>
                  <a:lnTo>
                    <a:pt x="314484" y="281869"/>
                  </a:lnTo>
                  <a:lnTo>
                    <a:pt x="384367" y="281869"/>
                  </a:lnTo>
                  <a:close/>
                  <a:moveTo>
                    <a:pt x="104830" y="386699"/>
                  </a:moveTo>
                  <a:lnTo>
                    <a:pt x="174715" y="386699"/>
                  </a:lnTo>
                  <a:lnTo>
                    <a:pt x="174715" y="456584"/>
                  </a:lnTo>
                  <a:lnTo>
                    <a:pt x="104830" y="456584"/>
                  </a:lnTo>
                  <a:lnTo>
                    <a:pt x="104830" y="386699"/>
                  </a:lnTo>
                  <a:close/>
                  <a:moveTo>
                    <a:pt x="209662" y="386699"/>
                  </a:moveTo>
                  <a:lnTo>
                    <a:pt x="279546" y="386699"/>
                  </a:lnTo>
                  <a:lnTo>
                    <a:pt x="279546" y="456584"/>
                  </a:lnTo>
                  <a:lnTo>
                    <a:pt x="209662" y="456584"/>
                  </a:lnTo>
                  <a:lnTo>
                    <a:pt x="209662" y="386699"/>
                  </a:lnTo>
                  <a:close/>
                  <a:moveTo>
                    <a:pt x="279546" y="491530"/>
                  </a:moveTo>
                  <a:lnTo>
                    <a:pt x="279546" y="561414"/>
                  </a:lnTo>
                  <a:lnTo>
                    <a:pt x="209662" y="561414"/>
                  </a:lnTo>
                  <a:lnTo>
                    <a:pt x="209662" y="491530"/>
                  </a:lnTo>
                  <a:lnTo>
                    <a:pt x="279546" y="491530"/>
                  </a:lnTo>
                  <a:close/>
                  <a:moveTo>
                    <a:pt x="314492" y="386699"/>
                  </a:moveTo>
                  <a:lnTo>
                    <a:pt x="384376" y="386699"/>
                  </a:lnTo>
                  <a:lnTo>
                    <a:pt x="384376" y="561414"/>
                  </a:lnTo>
                  <a:lnTo>
                    <a:pt x="314492" y="561414"/>
                  </a:lnTo>
                  <a:lnTo>
                    <a:pt x="314492" y="386699"/>
                  </a:lnTo>
                  <a:close/>
                  <a:moveTo>
                    <a:pt x="174724" y="351753"/>
                  </a:moveTo>
                  <a:lnTo>
                    <a:pt x="104839" y="351753"/>
                  </a:lnTo>
                  <a:lnTo>
                    <a:pt x="104839" y="281869"/>
                  </a:lnTo>
                  <a:lnTo>
                    <a:pt x="174724" y="281869"/>
                  </a:lnTo>
                  <a:lnTo>
                    <a:pt x="174724" y="351753"/>
                  </a:lnTo>
                  <a:close/>
                  <a:moveTo>
                    <a:pt x="104839" y="491521"/>
                  </a:moveTo>
                  <a:lnTo>
                    <a:pt x="174724" y="491521"/>
                  </a:lnTo>
                  <a:lnTo>
                    <a:pt x="174724" y="561406"/>
                  </a:lnTo>
                  <a:lnTo>
                    <a:pt x="104839" y="561406"/>
                  </a:lnTo>
                  <a:lnTo>
                    <a:pt x="104839" y="491521"/>
                  </a:lnTo>
                  <a:close/>
                  <a:moveTo>
                    <a:pt x="436788" y="561406"/>
                  </a:moveTo>
                  <a:lnTo>
                    <a:pt x="419314" y="561406"/>
                  </a:lnTo>
                  <a:lnTo>
                    <a:pt x="419314" y="264395"/>
                  </a:lnTo>
                  <a:cubicBezTo>
                    <a:pt x="419314" y="254747"/>
                    <a:pt x="411489" y="246922"/>
                    <a:pt x="401841" y="246922"/>
                  </a:cubicBezTo>
                  <a:lnTo>
                    <a:pt x="87358" y="246922"/>
                  </a:lnTo>
                  <a:cubicBezTo>
                    <a:pt x="77709" y="246922"/>
                    <a:pt x="69884" y="254747"/>
                    <a:pt x="69884" y="264395"/>
                  </a:cubicBezTo>
                  <a:lnTo>
                    <a:pt x="69884" y="561406"/>
                  </a:lnTo>
                  <a:lnTo>
                    <a:pt x="52411" y="561406"/>
                  </a:lnTo>
                  <a:cubicBezTo>
                    <a:pt x="42781" y="561406"/>
                    <a:pt x="34937" y="553562"/>
                    <a:pt x="34937" y="543932"/>
                  </a:cubicBezTo>
                  <a:lnTo>
                    <a:pt x="34937" y="209653"/>
                  </a:lnTo>
                  <a:lnTo>
                    <a:pt x="454242" y="209653"/>
                  </a:lnTo>
                  <a:lnTo>
                    <a:pt x="454242" y="543932"/>
                  </a:lnTo>
                  <a:cubicBezTo>
                    <a:pt x="454242" y="553562"/>
                    <a:pt x="446400" y="561406"/>
                    <a:pt x="436770" y="56140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80" name="Google Shape;3026;p47"/>
            <p:cNvSpPr/>
            <p:nvPr/>
          </p:nvSpPr>
          <p:spPr>
            <a:xfrm>
              <a:off x="1984320" y="1395000"/>
              <a:ext cx="17280" cy="17280"/>
            </a:xfrm>
            <a:custGeom>
              <a:avLst/>
              <a:gdLst>
                <a:gd name="textAreaLeft" fmla="*/ 0 w 17280"/>
                <a:gd name="textAreaRight" fmla="*/ 20520 w 17280"/>
                <a:gd name="textAreaTop" fmla="*/ 0 h 17280"/>
                <a:gd name="textAreaBottom" fmla="*/ 20520 h 17280"/>
              </a:gdLst>
              <a:ahLst/>
              <a:rect l="textAreaLeft" t="textAreaTop" r="textAreaRight" b="textAreaBottom"/>
              <a:pathLst>
                <a:path w="34946" h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080" bIns="100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81" name="Google Shape;3027;p47"/>
            <p:cNvSpPr/>
            <p:nvPr/>
          </p:nvSpPr>
          <p:spPr>
            <a:xfrm>
              <a:off x="1943280" y="1395000"/>
              <a:ext cx="17280" cy="17280"/>
            </a:xfrm>
            <a:custGeom>
              <a:avLst/>
              <a:gdLst>
                <a:gd name="textAreaLeft" fmla="*/ 0 w 17280"/>
                <a:gd name="textAreaRight" fmla="*/ 20520 w 17280"/>
                <a:gd name="textAreaTop" fmla="*/ 0 h 17280"/>
                <a:gd name="textAreaBottom" fmla="*/ 20520 h 17280"/>
              </a:gdLst>
              <a:ahLst/>
              <a:rect l="textAreaLeft" t="textAreaTop" r="textAreaRight" b="textAreaBottom"/>
              <a:pathLst>
                <a:path w="34946" h="34946">
                  <a:moveTo>
                    <a:pt x="34947" y="17473"/>
                  </a:moveTo>
                  <a:cubicBezTo>
                    <a:pt x="34947" y="27121"/>
                    <a:pt x="27121" y="34947"/>
                    <a:pt x="17474" y="34947"/>
                  </a:cubicBezTo>
                  <a:cubicBezTo>
                    <a:pt x="7826" y="34947"/>
                    <a:pt x="0" y="27121"/>
                    <a:pt x="0" y="17473"/>
                  </a:cubicBezTo>
                  <a:cubicBezTo>
                    <a:pt x="0" y="7825"/>
                    <a:pt x="7826" y="0"/>
                    <a:pt x="17474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080" bIns="100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82" name="Google Shape;3028;p47"/>
            <p:cNvSpPr/>
            <p:nvPr/>
          </p:nvSpPr>
          <p:spPr>
            <a:xfrm>
              <a:off x="1902240" y="1395000"/>
              <a:ext cx="17280" cy="17280"/>
            </a:xfrm>
            <a:custGeom>
              <a:avLst/>
              <a:gdLst>
                <a:gd name="textAreaLeft" fmla="*/ 0 w 17280"/>
                <a:gd name="textAreaRight" fmla="*/ 20520 w 17280"/>
                <a:gd name="textAreaTop" fmla="*/ 0 h 17280"/>
                <a:gd name="textAreaBottom" fmla="*/ 20520 h 17280"/>
              </a:gdLst>
              <a:ahLst/>
              <a:rect l="textAreaLeft" t="textAreaTop" r="textAreaRight" b="textAreaBottom"/>
              <a:pathLst>
                <a:path w="34946" h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080" bIns="100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983" name="Google Shape;3029;p47"/>
          <p:cNvSpPr/>
          <p:nvPr/>
        </p:nvSpPr>
        <p:spPr>
          <a:xfrm>
            <a:off x="7066800" y="3018240"/>
            <a:ext cx="347040" cy="347040"/>
          </a:xfrm>
          <a:custGeom>
            <a:avLst/>
            <a:gdLst>
              <a:gd name="textAreaLeft" fmla="*/ 0 w 347040"/>
              <a:gd name="textAreaRight" fmla="*/ 350280 w 347040"/>
              <a:gd name="textAreaTop" fmla="*/ 0 h 347040"/>
              <a:gd name="textAreaBottom" fmla="*/ 350280 h 347040"/>
            </a:gdLst>
            <a:ahLst/>
            <a:rect l="textAreaLeft" t="textAreaTop" r="textAreaRight" b="textAreaBottom"/>
            <a:pathLst>
              <a:path w="596467" h="596414">
                <a:moveTo>
                  <a:pt x="578870" y="525298"/>
                </a:moveTo>
                <a:lnTo>
                  <a:pt x="560288" y="525298"/>
                </a:lnTo>
                <a:lnTo>
                  <a:pt x="560288" y="123465"/>
                </a:lnTo>
                <a:cubicBezTo>
                  <a:pt x="560288" y="116399"/>
                  <a:pt x="556000" y="110030"/>
                  <a:pt x="549479" y="107323"/>
                </a:cubicBezTo>
                <a:cubicBezTo>
                  <a:pt x="542958" y="104616"/>
                  <a:pt x="535454" y="106117"/>
                  <a:pt x="530452" y="111111"/>
                </a:cubicBezTo>
                <a:cubicBezTo>
                  <a:pt x="523841" y="117677"/>
                  <a:pt x="234853" y="406665"/>
                  <a:pt x="228332" y="413231"/>
                </a:cubicBezTo>
                <a:lnTo>
                  <a:pt x="135873" y="320764"/>
                </a:lnTo>
                <a:cubicBezTo>
                  <a:pt x="130871" y="315761"/>
                  <a:pt x="123367" y="314269"/>
                  <a:pt x="116846" y="316976"/>
                </a:cubicBezTo>
                <a:cubicBezTo>
                  <a:pt x="110235" y="319683"/>
                  <a:pt x="106036" y="326052"/>
                  <a:pt x="106036" y="333118"/>
                </a:cubicBezTo>
                <a:lnTo>
                  <a:pt x="106036" y="525298"/>
                </a:lnTo>
                <a:lnTo>
                  <a:pt x="71108" y="525298"/>
                </a:lnTo>
                <a:lnTo>
                  <a:pt x="71108" y="17473"/>
                </a:lnTo>
                <a:cubicBezTo>
                  <a:pt x="71108" y="7825"/>
                  <a:pt x="63247" y="0"/>
                  <a:pt x="53599" y="0"/>
                </a:cubicBezTo>
                <a:cubicBezTo>
                  <a:pt x="43951" y="0"/>
                  <a:pt x="36090" y="7825"/>
                  <a:pt x="36090" y="17473"/>
                </a:cubicBezTo>
                <a:lnTo>
                  <a:pt x="36090" y="36108"/>
                </a:lnTo>
                <a:lnTo>
                  <a:pt x="17509" y="36108"/>
                </a:lnTo>
                <a:cubicBezTo>
                  <a:pt x="7861" y="36108"/>
                  <a:pt x="0" y="43933"/>
                  <a:pt x="0" y="53581"/>
                </a:cubicBezTo>
                <a:cubicBezTo>
                  <a:pt x="0" y="63229"/>
                  <a:pt x="7861" y="71055"/>
                  <a:pt x="17509" y="71055"/>
                </a:cubicBezTo>
                <a:lnTo>
                  <a:pt x="36090" y="71055"/>
                </a:lnTo>
                <a:lnTo>
                  <a:pt x="36090" y="106001"/>
                </a:lnTo>
                <a:lnTo>
                  <a:pt x="17509" y="106001"/>
                </a:lnTo>
                <a:cubicBezTo>
                  <a:pt x="7861" y="106001"/>
                  <a:pt x="0" y="113827"/>
                  <a:pt x="0" y="123474"/>
                </a:cubicBezTo>
                <a:cubicBezTo>
                  <a:pt x="0" y="133122"/>
                  <a:pt x="7861" y="140948"/>
                  <a:pt x="17509" y="140948"/>
                </a:cubicBezTo>
                <a:lnTo>
                  <a:pt x="36090" y="140948"/>
                </a:lnTo>
                <a:lnTo>
                  <a:pt x="36090" y="175894"/>
                </a:lnTo>
                <a:lnTo>
                  <a:pt x="17509" y="175894"/>
                </a:lnTo>
                <a:cubicBezTo>
                  <a:pt x="7861" y="175894"/>
                  <a:pt x="0" y="183720"/>
                  <a:pt x="0" y="193368"/>
                </a:cubicBezTo>
                <a:cubicBezTo>
                  <a:pt x="0" y="203015"/>
                  <a:pt x="7861" y="210841"/>
                  <a:pt x="17509" y="210841"/>
                </a:cubicBezTo>
                <a:lnTo>
                  <a:pt x="36090" y="210841"/>
                </a:lnTo>
                <a:lnTo>
                  <a:pt x="36090" y="245787"/>
                </a:lnTo>
                <a:lnTo>
                  <a:pt x="17509" y="245787"/>
                </a:lnTo>
                <a:cubicBezTo>
                  <a:pt x="7861" y="245787"/>
                  <a:pt x="0" y="253613"/>
                  <a:pt x="0" y="263261"/>
                </a:cubicBezTo>
                <a:cubicBezTo>
                  <a:pt x="0" y="272909"/>
                  <a:pt x="7861" y="280734"/>
                  <a:pt x="17509" y="280734"/>
                </a:cubicBezTo>
                <a:lnTo>
                  <a:pt x="36090" y="280734"/>
                </a:lnTo>
                <a:lnTo>
                  <a:pt x="36090" y="315681"/>
                </a:lnTo>
                <a:lnTo>
                  <a:pt x="17509" y="315681"/>
                </a:lnTo>
                <a:cubicBezTo>
                  <a:pt x="7861" y="315681"/>
                  <a:pt x="0" y="323506"/>
                  <a:pt x="0" y="333154"/>
                </a:cubicBezTo>
                <a:cubicBezTo>
                  <a:pt x="0" y="342802"/>
                  <a:pt x="7861" y="350627"/>
                  <a:pt x="17509" y="350627"/>
                </a:cubicBezTo>
                <a:lnTo>
                  <a:pt x="36090" y="350627"/>
                </a:lnTo>
                <a:lnTo>
                  <a:pt x="36090" y="385574"/>
                </a:lnTo>
                <a:lnTo>
                  <a:pt x="17509" y="385574"/>
                </a:lnTo>
                <a:cubicBezTo>
                  <a:pt x="7861" y="385574"/>
                  <a:pt x="0" y="393399"/>
                  <a:pt x="0" y="403047"/>
                </a:cubicBezTo>
                <a:cubicBezTo>
                  <a:pt x="0" y="412695"/>
                  <a:pt x="7861" y="420520"/>
                  <a:pt x="17509" y="420520"/>
                </a:cubicBezTo>
                <a:lnTo>
                  <a:pt x="36090" y="420520"/>
                </a:lnTo>
                <a:lnTo>
                  <a:pt x="36090" y="455467"/>
                </a:lnTo>
                <a:lnTo>
                  <a:pt x="17509" y="455467"/>
                </a:lnTo>
                <a:cubicBezTo>
                  <a:pt x="7861" y="455467"/>
                  <a:pt x="0" y="463292"/>
                  <a:pt x="0" y="472940"/>
                </a:cubicBezTo>
                <a:cubicBezTo>
                  <a:pt x="0" y="482588"/>
                  <a:pt x="7861" y="490414"/>
                  <a:pt x="17509" y="490414"/>
                </a:cubicBezTo>
                <a:lnTo>
                  <a:pt x="36090" y="490414"/>
                </a:lnTo>
                <a:lnTo>
                  <a:pt x="36090" y="525360"/>
                </a:lnTo>
                <a:lnTo>
                  <a:pt x="17509" y="525360"/>
                </a:lnTo>
                <a:cubicBezTo>
                  <a:pt x="7861" y="525360"/>
                  <a:pt x="0" y="533186"/>
                  <a:pt x="0" y="542833"/>
                </a:cubicBezTo>
                <a:cubicBezTo>
                  <a:pt x="0" y="552481"/>
                  <a:pt x="7861" y="560307"/>
                  <a:pt x="17509" y="560307"/>
                </a:cubicBezTo>
                <a:lnTo>
                  <a:pt x="36090" y="560307"/>
                </a:lnTo>
                <a:lnTo>
                  <a:pt x="36090" y="578941"/>
                </a:lnTo>
                <a:cubicBezTo>
                  <a:pt x="36090" y="588589"/>
                  <a:pt x="43951" y="596415"/>
                  <a:pt x="53599" y="596415"/>
                </a:cubicBezTo>
                <a:cubicBezTo>
                  <a:pt x="63247" y="596415"/>
                  <a:pt x="71108" y="588589"/>
                  <a:pt x="71108" y="578941"/>
                </a:cubicBezTo>
                <a:lnTo>
                  <a:pt x="71108" y="560307"/>
                </a:lnTo>
                <a:lnTo>
                  <a:pt x="106036" y="560307"/>
                </a:lnTo>
                <a:lnTo>
                  <a:pt x="106036" y="578941"/>
                </a:lnTo>
                <a:cubicBezTo>
                  <a:pt x="106036" y="588589"/>
                  <a:pt x="113808" y="596415"/>
                  <a:pt x="123456" y="596415"/>
                </a:cubicBezTo>
                <a:cubicBezTo>
                  <a:pt x="133104" y="596415"/>
                  <a:pt x="140965" y="588589"/>
                  <a:pt x="140965" y="578941"/>
                </a:cubicBezTo>
                <a:lnTo>
                  <a:pt x="140965" y="560307"/>
                </a:lnTo>
                <a:lnTo>
                  <a:pt x="175894" y="560307"/>
                </a:lnTo>
                <a:lnTo>
                  <a:pt x="175894" y="578941"/>
                </a:lnTo>
                <a:cubicBezTo>
                  <a:pt x="175894" y="588589"/>
                  <a:pt x="183755" y="596415"/>
                  <a:pt x="193403" y="596415"/>
                </a:cubicBezTo>
                <a:cubicBezTo>
                  <a:pt x="203051" y="596415"/>
                  <a:pt x="210823" y="588589"/>
                  <a:pt x="210823" y="578941"/>
                </a:cubicBezTo>
                <a:lnTo>
                  <a:pt x="210823" y="560307"/>
                </a:lnTo>
                <a:lnTo>
                  <a:pt x="245840" y="560307"/>
                </a:lnTo>
                <a:lnTo>
                  <a:pt x="245840" y="578941"/>
                </a:lnTo>
                <a:cubicBezTo>
                  <a:pt x="245840" y="588589"/>
                  <a:pt x="253612" y="596415"/>
                  <a:pt x="263260" y="596415"/>
                </a:cubicBezTo>
                <a:cubicBezTo>
                  <a:pt x="272909" y="596415"/>
                  <a:pt x="280770" y="588589"/>
                  <a:pt x="280770" y="578941"/>
                </a:cubicBezTo>
                <a:lnTo>
                  <a:pt x="280770" y="560307"/>
                </a:lnTo>
                <a:lnTo>
                  <a:pt x="315698" y="560307"/>
                </a:lnTo>
                <a:lnTo>
                  <a:pt x="315698" y="578941"/>
                </a:lnTo>
                <a:cubicBezTo>
                  <a:pt x="315698" y="588589"/>
                  <a:pt x="323559" y="596415"/>
                  <a:pt x="333208" y="596415"/>
                </a:cubicBezTo>
                <a:cubicBezTo>
                  <a:pt x="342855" y="596415"/>
                  <a:pt x="350627" y="588589"/>
                  <a:pt x="350627" y="578941"/>
                </a:cubicBezTo>
                <a:lnTo>
                  <a:pt x="350627" y="560307"/>
                </a:lnTo>
                <a:lnTo>
                  <a:pt x="385556" y="560307"/>
                </a:lnTo>
                <a:lnTo>
                  <a:pt x="385556" y="578941"/>
                </a:lnTo>
                <a:cubicBezTo>
                  <a:pt x="385556" y="588589"/>
                  <a:pt x="393417" y="596415"/>
                  <a:pt x="403064" y="596415"/>
                </a:cubicBezTo>
                <a:cubicBezTo>
                  <a:pt x="412713" y="596415"/>
                  <a:pt x="420574" y="588589"/>
                  <a:pt x="420574" y="578941"/>
                </a:cubicBezTo>
                <a:lnTo>
                  <a:pt x="420574" y="560307"/>
                </a:lnTo>
                <a:lnTo>
                  <a:pt x="455502" y="560307"/>
                </a:lnTo>
                <a:lnTo>
                  <a:pt x="455502" y="578941"/>
                </a:lnTo>
                <a:cubicBezTo>
                  <a:pt x="455502" y="588589"/>
                  <a:pt x="463274" y="596415"/>
                  <a:pt x="472922" y="596415"/>
                </a:cubicBezTo>
                <a:cubicBezTo>
                  <a:pt x="482570" y="596415"/>
                  <a:pt x="490431" y="588589"/>
                  <a:pt x="490431" y="578941"/>
                </a:cubicBezTo>
                <a:lnTo>
                  <a:pt x="490431" y="560307"/>
                </a:lnTo>
                <a:lnTo>
                  <a:pt x="525360" y="560307"/>
                </a:lnTo>
                <a:lnTo>
                  <a:pt x="525360" y="578941"/>
                </a:lnTo>
                <a:cubicBezTo>
                  <a:pt x="525360" y="588589"/>
                  <a:pt x="533221" y="596415"/>
                  <a:pt x="542869" y="596415"/>
                </a:cubicBezTo>
                <a:cubicBezTo>
                  <a:pt x="552517" y="596415"/>
                  <a:pt x="560288" y="588589"/>
                  <a:pt x="560288" y="578941"/>
                </a:cubicBezTo>
                <a:lnTo>
                  <a:pt x="560288" y="560307"/>
                </a:lnTo>
                <a:lnTo>
                  <a:pt x="578959" y="560307"/>
                </a:lnTo>
                <a:cubicBezTo>
                  <a:pt x="588607" y="560307"/>
                  <a:pt x="596468" y="552481"/>
                  <a:pt x="596468" y="542833"/>
                </a:cubicBezTo>
                <a:cubicBezTo>
                  <a:pt x="596468" y="533186"/>
                  <a:pt x="588607" y="525360"/>
                  <a:pt x="578959" y="525360"/>
                </a:cubicBezTo>
                <a:close/>
                <a:moveTo>
                  <a:pt x="525360" y="525298"/>
                </a:moveTo>
                <a:lnTo>
                  <a:pt x="451125" y="525298"/>
                </a:lnTo>
                <a:lnTo>
                  <a:pt x="451125" y="239856"/>
                </a:lnTo>
                <a:lnTo>
                  <a:pt x="525360" y="165639"/>
                </a:lnTo>
                <a:lnTo>
                  <a:pt x="525360" y="525298"/>
                </a:lnTo>
                <a:close/>
                <a:moveTo>
                  <a:pt x="351252" y="525298"/>
                </a:moveTo>
                <a:lnTo>
                  <a:pt x="351252" y="339684"/>
                </a:lnTo>
                <a:lnTo>
                  <a:pt x="416196" y="274802"/>
                </a:lnTo>
                <a:lnTo>
                  <a:pt x="416196" y="525298"/>
                </a:lnTo>
                <a:lnTo>
                  <a:pt x="351252" y="525298"/>
                </a:lnTo>
                <a:close/>
                <a:moveTo>
                  <a:pt x="245751" y="525298"/>
                </a:moveTo>
                <a:lnTo>
                  <a:pt x="245751" y="445176"/>
                </a:lnTo>
                <a:lnTo>
                  <a:pt x="316323" y="374622"/>
                </a:lnTo>
                <a:lnTo>
                  <a:pt x="316323" y="525298"/>
                </a:lnTo>
                <a:lnTo>
                  <a:pt x="245751" y="525298"/>
                </a:lnTo>
                <a:close/>
                <a:moveTo>
                  <a:pt x="210823" y="445176"/>
                </a:moveTo>
                <a:lnTo>
                  <a:pt x="210823" y="525298"/>
                </a:lnTo>
                <a:lnTo>
                  <a:pt x="140965" y="525298"/>
                </a:lnTo>
                <a:lnTo>
                  <a:pt x="140965" y="375301"/>
                </a:lnTo>
                <a:lnTo>
                  <a:pt x="210823" y="445185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grpSp>
        <p:nvGrpSpPr>
          <p:cNvPr id="6984" name="Google Shape;3030;p47"/>
          <p:cNvGrpSpPr/>
          <p:nvPr/>
        </p:nvGrpSpPr>
        <p:grpSpPr>
          <a:xfrm>
            <a:off x="1726920" y="3018240"/>
            <a:ext cx="347040" cy="347400"/>
            <a:chOff x="1726920" y="3018240"/>
            <a:chExt cx="347040" cy="347400"/>
          </a:xfrm>
        </p:grpSpPr>
        <p:sp>
          <p:nvSpPr>
            <p:cNvPr id="6985" name="Google Shape;3031;p47"/>
            <p:cNvSpPr/>
            <p:nvPr/>
          </p:nvSpPr>
          <p:spPr>
            <a:xfrm>
              <a:off x="1726920" y="3265920"/>
              <a:ext cx="99360" cy="99360"/>
            </a:xfrm>
            <a:custGeom>
              <a:avLst/>
              <a:gdLst>
                <a:gd name="textAreaLeft" fmla="*/ 0 w 99360"/>
                <a:gd name="textAreaRight" fmla="*/ 102600 w 99360"/>
                <a:gd name="textAreaTop" fmla="*/ 0 h 99360"/>
                <a:gd name="textAreaBottom" fmla="*/ 102600 h 99360"/>
              </a:gdLst>
              <a:ahLst/>
              <a:rect l="textAreaLeft" t="textAreaTop" r="textAreaRight" b="textAreaBottom"/>
              <a:pathLst>
                <a:path w="174715" h="174714">
                  <a:moveTo>
                    <a:pt x="157242" y="0"/>
                  </a:moveTo>
                  <a:lnTo>
                    <a:pt x="17473" y="0"/>
                  </a:lnTo>
                  <a:cubicBezTo>
                    <a:pt x="7825" y="0"/>
                    <a:pt x="0" y="7825"/>
                    <a:pt x="0" y="17473"/>
                  </a:cubicBezTo>
                  <a:lnTo>
                    <a:pt x="0" y="157241"/>
                  </a:lnTo>
                  <a:cubicBezTo>
                    <a:pt x="0" y="166889"/>
                    <a:pt x="7825" y="174715"/>
                    <a:pt x="17473" y="174715"/>
                  </a:cubicBezTo>
                  <a:lnTo>
                    <a:pt x="157242" y="174715"/>
                  </a:lnTo>
                  <a:cubicBezTo>
                    <a:pt x="166890" y="174715"/>
                    <a:pt x="174715" y="166889"/>
                    <a:pt x="174715" y="157241"/>
                  </a:cubicBezTo>
                  <a:lnTo>
                    <a:pt x="174715" y="17473"/>
                  </a:lnTo>
                  <a:cubicBezTo>
                    <a:pt x="174715" y="7825"/>
                    <a:pt x="166890" y="0"/>
                    <a:pt x="157242" y="0"/>
                  </a:cubicBezTo>
                  <a:close/>
                  <a:moveTo>
                    <a:pt x="139768" y="34946"/>
                  </a:moveTo>
                  <a:lnTo>
                    <a:pt x="139768" y="69893"/>
                  </a:lnTo>
                  <a:lnTo>
                    <a:pt x="34938" y="69893"/>
                  </a:lnTo>
                  <a:lnTo>
                    <a:pt x="34938" y="34946"/>
                  </a:lnTo>
                  <a:lnTo>
                    <a:pt x="139768" y="34946"/>
                  </a:lnTo>
                  <a:close/>
                  <a:moveTo>
                    <a:pt x="139768" y="139777"/>
                  </a:moveTo>
                  <a:lnTo>
                    <a:pt x="34938" y="139777"/>
                  </a:lnTo>
                  <a:lnTo>
                    <a:pt x="34938" y="104830"/>
                  </a:lnTo>
                  <a:lnTo>
                    <a:pt x="139768" y="104830"/>
                  </a:lnTo>
                  <a:lnTo>
                    <a:pt x="139768" y="139777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86" name="Google Shape;3032;p47"/>
            <p:cNvSpPr/>
            <p:nvPr/>
          </p:nvSpPr>
          <p:spPr>
            <a:xfrm>
              <a:off x="1850760" y="3224880"/>
              <a:ext cx="99360" cy="140400"/>
            </a:xfrm>
            <a:custGeom>
              <a:avLst/>
              <a:gdLst>
                <a:gd name="textAreaLeft" fmla="*/ 0 w 99360"/>
                <a:gd name="textAreaRight" fmla="*/ 102600 w 99360"/>
                <a:gd name="textAreaTop" fmla="*/ 0 h 140400"/>
                <a:gd name="textAreaBottom" fmla="*/ 143640 h 140400"/>
              </a:gdLst>
              <a:ahLst/>
              <a:rect l="textAreaLeft" t="textAreaTop" r="textAreaRight" b="textAreaBottom"/>
              <a:pathLst>
                <a:path w="174715" h="244599">
                  <a:moveTo>
                    <a:pt x="157242" y="0"/>
                  </a:moveTo>
                  <a:lnTo>
                    <a:pt x="17473" y="0"/>
                  </a:lnTo>
                  <a:cubicBezTo>
                    <a:pt x="7825" y="0"/>
                    <a:pt x="0" y="7826"/>
                    <a:pt x="0" y="17473"/>
                  </a:cubicBezTo>
                  <a:lnTo>
                    <a:pt x="0" y="227126"/>
                  </a:lnTo>
                  <a:cubicBezTo>
                    <a:pt x="0" y="236774"/>
                    <a:pt x="7825" y="244599"/>
                    <a:pt x="17473" y="244599"/>
                  </a:cubicBezTo>
                  <a:lnTo>
                    <a:pt x="157242" y="244599"/>
                  </a:lnTo>
                  <a:cubicBezTo>
                    <a:pt x="166890" y="244599"/>
                    <a:pt x="174715" y="236774"/>
                    <a:pt x="174715" y="227126"/>
                  </a:cubicBezTo>
                  <a:lnTo>
                    <a:pt x="174715" y="17473"/>
                  </a:lnTo>
                  <a:cubicBezTo>
                    <a:pt x="174715" y="7826"/>
                    <a:pt x="166890" y="0"/>
                    <a:pt x="157242" y="0"/>
                  </a:cubicBezTo>
                  <a:close/>
                  <a:moveTo>
                    <a:pt x="34947" y="104831"/>
                  </a:moveTo>
                  <a:lnTo>
                    <a:pt x="139777" y="104831"/>
                  </a:lnTo>
                  <a:lnTo>
                    <a:pt x="139777" y="139778"/>
                  </a:lnTo>
                  <a:lnTo>
                    <a:pt x="34947" y="139778"/>
                  </a:lnTo>
                  <a:lnTo>
                    <a:pt x="34947" y="104831"/>
                  </a:lnTo>
                  <a:close/>
                  <a:moveTo>
                    <a:pt x="139777" y="34947"/>
                  </a:moveTo>
                  <a:lnTo>
                    <a:pt x="139777" y="69893"/>
                  </a:lnTo>
                  <a:lnTo>
                    <a:pt x="34947" y="69893"/>
                  </a:lnTo>
                  <a:lnTo>
                    <a:pt x="34947" y="34947"/>
                  </a:lnTo>
                  <a:lnTo>
                    <a:pt x="139777" y="34947"/>
                  </a:lnTo>
                  <a:close/>
                  <a:moveTo>
                    <a:pt x="139777" y="209662"/>
                  </a:moveTo>
                  <a:lnTo>
                    <a:pt x="34947" y="209662"/>
                  </a:lnTo>
                  <a:lnTo>
                    <a:pt x="34947" y="174715"/>
                  </a:lnTo>
                  <a:lnTo>
                    <a:pt x="139777" y="174715"/>
                  </a:lnTo>
                  <a:lnTo>
                    <a:pt x="139777" y="209662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87" name="Google Shape;3033;p47"/>
            <p:cNvSpPr/>
            <p:nvPr/>
          </p:nvSpPr>
          <p:spPr>
            <a:xfrm>
              <a:off x="1974600" y="3142800"/>
              <a:ext cx="99360" cy="222840"/>
            </a:xfrm>
            <a:custGeom>
              <a:avLst/>
              <a:gdLst>
                <a:gd name="textAreaLeft" fmla="*/ 0 w 99360"/>
                <a:gd name="textAreaRight" fmla="*/ 102600 w 99360"/>
                <a:gd name="textAreaTop" fmla="*/ 0 h 222840"/>
                <a:gd name="textAreaBottom" fmla="*/ 226080 h 222840"/>
              </a:gdLst>
              <a:ahLst/>
              <a:rect l="textAreaLeft" t="textAreaTop" r="textAreaRight" b="textAreaBottom"/>
              <a:pathLst>
                <a:path w="174715" h="384367">
                  <a:moveTo>
                    <a:pt x="157242" y="0"/>
                  </a:moveTo>
                  <a:lnTo>
                    <a:pt x="17473" y="0"/>
                  </a:lnTo>
                  <a:cubicBezTo>
                    <a:pt x="7825" y="0"/>
                    <a:pt x="0" y="7826"/>
                    <a:pt x="0" y="17473"/>
                  </a:cubicBezTo>
                  <a:lnTo>
                    <a:pt x="0" y="366894"/>
                  </a:lnTo>
                  <a:cubicBezTo>
                    <a:pt x="0" y="376543"/>
                    <a:pt x="7825" y="384368"/>
                    <a:pt x="17473" y="384368"/>
                  </a:cubicBezTo>
                  <a:lnTo>
                    <a:pt x="157242" y="384368"/>
                  </a:lnTo>
                  <a:cubicBezTo>
                    <a:pt x="166890" y="384368"/>
                    <a:pt x="174715" y="376543"/>
                    <a:pt x="174715" y="366894"/>
                  </a:cubicBezTo>
                  <a:lnTo>
                    <a:pt x="174715" y="17473"/>
                  </a:lnTo>
                  <a:cubicBezTo>
                    <a:pt x="174715" y="7826"/>
                    <a:pt x="166890" y="0"/>
                    <a:pt x="157242" y="0"/>
                  </a:cubicBezTo>
                  <a:close/>
                  <a:moveTo>
                    <a:pt x="34947" y="209653"/>
                  </a:moveTo>
                  <a:lnTo>
                    <a:pt x="34947" y="174706"/>
                  </a:lnTo>
                  <a:lnTo>
                    <a:pt x="139777" y="174706"/>
                  </a:lnTo>
                  <a:lnTo>
                    <a:pt x="139777" y="209653"/>
                  </a:lnTo>
                  <a:lnTo>
                    <a:pt x="34947" y="209653"/>
                  </a:lnTo>
                  <a:close/>
                  <a:moveTo>
                    <a:pt x="139777" y="139768"/>
                  </a:moveTo>
                  <a:lnTo>
                    <a:pt x="34947" y="139768"/>
                  </a:lnTo>
                  <a:lnTo>
                    <a:pt x="34947" y="104822"/>
                  </a:lnTo>
                  <a:lnTo>
                    <a:pt x="139777" y="104822"/>
                  </a:lnTo>
                  <a:lnTo>
                    <a:pt x="139777" y="139768"/>
                  </a:lnTo>
                  <a:close/>
                  <a:moveTo>
                    <a:pt x="34947" y="244599"/>
                  </a:moveTo>
                  <a:lnTo>
                    <a:pt x="139777" y="244599"/>
                  </a:lnTo>
                  <a:lnTo>
                    <a:pt x="139777" y="279546"/>
                  </a:lnTo>
                  <a:lnTo>
                    <a:pt x="34947" y="279546"/>
                  </a:lnTo>
                  <a:lnTo>
                    <a:pt x="34947" y="244599"/>
                  </a:lnTo>
                  <a:close/>
                  <a:moveTo>
                    <a:pt x="139777" y="34947"/>
                  </a:moveTo>
                  <a:lnTo>
                    <a:pt x="139777" y="69893"/>
                  </a:lnTo>
                  <a:lnTo>
                    <a:pt x="34947" y="69893"/>
                  </a:lnTo>
                  <a:lnTo>
                    <a:pt x="34947" y="34947"/>
                  </a:lnTo>
                  <a:lnTo>
                    <a:pt x="139777" y="34947"/>
                  </a:lnTo>
                  <a:close/>
                  <a:moveTo>
                    <a:pt x="139777" y="349430"/>
                  </a:moveTo>
                  <a:lnTo>
                    <a:pt x="34947" y="349430"/>
                  </a:lnTo>
                  <a:lnTo>
                    <a:pt x="34947" y="314484"/>
                  </a:lnTo>
                  <a:lnTo>
                    <a:pt x="139777" y="314484"/>
                  </a:lnTo>
                  <a:lnTo>
                    <a:pt x="139777" y="34943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88" name="Google Shape;3034;p47"/>
            <p:cNvSpPr/>
            <p:nvPr/>
          </p:nvSpPr>
          <p:spPr>
            <a:xfrm>
              <a:off x="1768680" y="3018240"/>
              <a:ext cx="263880" cy="182160"/>
            </a:xfrm>
            <a:custGeom>
              <a:avLst/>
              <a:gdLst>
                <a:gd name="textAreaLeft" fmla="*/ 0 w 263880"/>
                <a:gd name="textAreaRight" fmla="*/ 267120 w 263880"/>
                <a:gd name="textAreaTop" fmla="*/ 0 h 182160"/>
                <a:gd name="textAreaBottom" fmla="*/ 185400 h 182160"/>
              </a:gdLst>
              <a:ahLst/>
              <a:rect l="textAreaLeft" t="textAreaTop" r="textAreaRight" b="textAreaBottom"/>
              <a:pathLst>
                <a:path w="454260" h="315653">
                  <a:moveTo>
                    <a:pt x="17482" y="315653"/>
                  </a:moveTo>
                  <a:cubicBezTo>
                    <a:pt x="21958" y="315653"/>
                    <a:pt x="26424" y="313948"/>
                    <a:pt x="29837" y="310535"/>
                  </a:cubicBezTo>
                  <a:lnTo>
                    <a:pt x="157251" y="183121"/>
                  </a:lnTo>
                  <a:lnTo>
                    <a:pt x="214780" y="240651"/>
                  </a:lnTo>
                  <a:cubicBezTo>
                    <a:pt x="221614" y="247484"/>
                    <a:pt x="232709" y="247466"/>
                    <a:pt x="239525" y="240615"/>
                  </a:cubicBezTo>
                  <a:lnTo>
                    <a:pt x="419314" y="59825"/>
                  </a:lnTo>
                  <a:lnTo>
                    <a:pt x="419314" y="87366"/>
                  </a:lnTo>
                  <a:cubicBezTo>
                    <a:pt x="419314" y="97014"/>
                    <a:pt x="427140" y="104840"/>
                    <a:pt x="436788" y="104840"/>
                  </a:cubicBezTo>
                  <a:cubicBezTo>
                    <a:pt x="446435" y="104840"/>
                    <a:pt x="454261" y="97014"/>
                    <a:pt x="454261" y="87366"/>
                  </a:cubicBezTo>
                  <a:lnTo>
                    <a:pt x="454261" y="17455"/>
                  </a:lnTo>
                  <a:cubicBezTo>
                    <a:pt x="454243" y="8263"/>
                    <a:pt x="446981" y="304"/>
                    <a:pt x="437288" y="27"/>
                  </a:cubicBezTo>
                  <a:cubicBezTo>
                    <a:pt x="437118" y="27"/>
                    <a:pt x="436957" y="0"/>
                    <a:pt x="436788" y="0"/>
                  </a:cubicBezTo>
                  <a:lnTo>
                    <a:pt x="366903" y="0"/>
                  </a:lnTo>
                  <a:cubicBezTo>
                    <a:pt x="357256" y="0"/>
                    <a:pt x="349430" y="7825"/>
                    <a:pt x="349430" y="17473"/>
                  </a:cubicBezTo>
                  <a:cubicBezTo>
                    <a:pt x="349430" y="27121"/>
                    <a:pt x="357256" y="34946"/>
                    <a:pt x="366903" y="34946"/>
                  </a:cubicBezTo>
                  <a:lnTo>
                    <a:pt x="394775" y="34946"/>
                  </a:lnTo>
                  <a:lnTo>
                    <a:pt x="227099" y="203551"/>
                  </a:lnTo>
                  <a:lnTo>
                    <a:pt x="169596" y="146057"/>
                  </a:lnTo>
                  <a:cubicBezTo>
                    <a:pt x="162780" y="139232"/>
                    <a:pt x="151712" y="139232"/>
                    <a:pt x="144887" y="146057"/>
                  </a:cubicBezTo>
                  <a:lnTo>
                    <a:pt x="5119" y="285826"/>
                  </a:lnTo>
                  <a:cubicBezTo>
                    <a:pt x="-1706" y="292642"/>
                    <a:pt x="-1706" y="303710"/>
                    <a:pt x="5119" y="310535"/>
                  </a:cubicBezTo>
                  <a:cubicBezTo>
                    <a:pt x="8522" y="313948"/>
                    <a:pt x="12998" y="315653"/>
                    <a:pt x="17473" y="31565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6989" name="Google Shape;3035;p47"/>
          <p:cNvGrpSpPr/>
          <p:nvPr/>
        </p:nvGrpSpPr>
        <p:grpSpPr>
          <a:xfrm>
            <a:off x="4396680" y="1333080"/>
            <a:ext cx="347400" cy="347400"/>
            <a:chOff x="4396680" y="1333080"/>
            <a:chExt cx="347400" cy="347400"/>
          </a:xfrm>
        </p:grpSpPr>
        <p:sp>
          <p:nvSpPr>
            <p:cNvPr id="6990" name="Google Shape;3036;p47"/>
            <p:cNvSpPr/>
            <p:nvPr/>
          </p:nvSpPr>
          <p:spPr>
            <a:xfrm>
              <a:off x="4396680" y="1333080"/>
              <a:ext cx="347400" cy="347400"/>
            </a:xfrm>
            <a:custGeom>
              <a:avLst/>
              <a:gdLst>
                <a:gd name="textAreaLeft" fmla="*/ 0 w 347400"/>
                <a:gd name="textAreaRight" fmla="*/ 350640 w 347400"/>
                <a:gd name="textAreaTop" fmla="*/ 0 h 347400"/>
                <a:gd name="textAreaBottom" fmla="*/ 350640 h 347400"/>
              </a:gdLst>
              <a:ahLst/>
              <a:rect l="textAreaLeft" t="textAreaTop" r="textAreaRight" b="textAreaBottom"/>
              <a:pathLst>
                <a:path w="596414" h="596414">
                  <a:moveTo>
                    <a:pt x="578879" y="525298"/>
                  </a:moveTo>
                  <a:lnTo>
                    <a:pt x="71055" y="525298"/>
                  </a:lnTo>
                  <a:lnTo>
                    <a:pt x="71055" y="17473"/>
                  </a:lnTo>
                  <a:cubicBezTo>
                    <a:pt x="71055" y="7825"/>
                    <a:pt x="63229" y="0"/>
                    <a:pt x="53581" y="0"/>
                  </a:cubicBezTo>
                  <a:cubicBezTo>
                    <a:pt x="43933" y="0"/>
                    <a:pt x="36108" y="7825"/>
                    <a:pt x="36108" y="17473"/>
                  </a:cubicBezTo>
                  <a:lnTo>
                    <a:pt x="36108" y="36108"/>
                  </a:lnTo>
                  <a:lnTo>
                    <a:pt x="17473" y="36108"/>
                  </a:lnTo>
                  <a:cubicBezTo>
                    <a:pt x="7825" y="36108"/>
                    <a:pt x="0" y="43933"/>
                    <a:pt x="0" y="53581"/>
                  </a:cubicBezTo>
                  <a:cubicBezTo>
                    <a:pt x="0" y="63229"/>
                    <a:pt x="7825" y="71055"/>
                    <a:pt x="17473" y="71055"/>
                  </a:cubicBezTo>
                  <a:lnTo>
                    <a:pt x="36108" y="71055"/>
                  </a:lnTo>
                  <a:lnTo>
                    <a:pt x="36108" y="106001"/>
                  </a:lnTo>
                  <a:lnTo>
                    <a:pt x="17473" y="106001"/>
                  </a:lnTo>
                  <a:cubicBezTo>
                    <a:pt x="7825" y="106001"/>
                    <a:pt x="0" y="113827"/>
                    <a:pt x="0" y="123474"/>
                  </a:cubicBezTo>
                  <a:cubicBezTo>
                    <a:pt x="0" y="133122"/>
                    <a:pt x="7825" y="140948"/>
                    <a:pt x="17473" y="140948"/>
                  </a:cubicBezTo>
                  <a:lnTo>
                    <a:pt x="36108" y="140948"/>
                  </a:lnTo>
                  <a:lnTo>
                    <a:pt x="36108" y="175894"/>
                  </a:lnTo>
                  <a:lnTo>
                    <a:pt x="17473" y="175894"/>
                  </a:lnTo>
                  <a:cubicBezTo>
                    <a:pt x="7825" y="175894"/>
                    <a:pt x="0" y="183720"/>
                    <a:pt x="0" y="193368"/>
                  </a:cubicBezTo>
                  <a:cubicBezTo>
                    <a:pt x="0" y="203015"/>
                    <a:pt x="7825" y="210841"/>
                    <a:pt x="17473" y="210841"/>
                  </a:cubicBezTo>
                  <a:lnTo>
                    <a:pt x="36108" y="210841"/>
                  </a:lnTo>
                  <a:lnTo>
                    <a:pt x="36108" y="245787"/>
                  </a:lnTo>
                  <a:lnTo>
                    <a:pt x="17473" y="245787"/>
                  </a:lnTo>
                  <a:cubicBezTo>
                    <a:pt x="7825" y="245787"/>
                    <a:pt x="0" y="253613"/>
                    <a:pt x="0" y="263261"/>
                  </a:cubicBezTo>
                  <a:cubicBezTo>
                    <a:pt x="0" y="272909"/>
                    <a:pt x="7825" y="280734"/>
                    <a:pt x="17473" y="280734"/>
                  </a:cubicBezTo>
                  <a:lnTo>
                    <a:pt x="36108" y="280734"/>
                  </a:lnTo>
                  <a:lnTo>
                    <a:pt x="36108" y="315681"/>
                  </a:lnTo>
                  <a:lnTo>
                    <a:pt x="17473" y="315681"/>
                  </a:lnTo>
                  <a:cubicBezTo>
                    <a:pt x="7825" y="315681"/>
                    <a:pt x="0" y="323506"/>
                    <a:pt x="0" y="333154"/>
                  </a:cubicBezTo>
                  <a:cubicBezTo>
                    <a:pt x="0" y="342802"/>
                    <a:pt x="7825" y="350627"/>
                    <a:pt x="17473" y="350627"/>
                  </a:cubicBezTo>
                  <a:lnTo>
                    <a:pt x="36108" y="350627"/>
                  </a:lnTo>
                  <a:lnTo>
                    <a:pt x="36108" y="385574"/>
                  </a:lnTo>
                  <a:lnTo>
                    <a:pt x="17473" y="385574"/>
                  </a:lnTo>
                  <a:cubicBezTo>
                    <a:pt x="7825" y="385574"/>
                    <a:pt x="0" y="393399"/>
                    <a:pt x="0" y="403047"/>
                  </a:cubicBezTo>
                  <a:cubicBezTo>
                    <a:pt x="0" y="412695"/>
                    <a:pt x="7825" y="420520"/>
                    <a:pt x="17473" y="420520"/>
                  </a:cubicBezTo>
                  <a:lnTo>
                    <a:pt x="36108" y="420520"/>
                  </a:lnTo>
                  <a:lnTo>
                    <a:pt x="36108" y="455467"/>
                  </a:lnTo>
                  <a:lnTo>
                    <a:pt x="17473" y="455467"/>
                  </a:lnTo>
                  <a:cubicBezTo>
                    <a:pt x="7825" y="455467"/>
                    <a:pt x="0" y="463292"/>
                    <a:pt x="0" y="472940"/>
                  </a:cubicBezTo>
                  <a:cubicBezTo>
                    <a:pt x="0" y="482588"/>
                    <a:pt x="7825" y="490414"/>
                    <a:pt x="17473" y="490414"/>
                  </a:cubicBezTo>
                  <a:lnTo>
                    <a:pt x="36108" y="490414"/>
                  </a:lnTo>
                  <a:lnTo>
                    <a:pt x="36108" y="525360"/>
                  </a:lnTo>
                  <a:lnTo>
                    <a:pt x="17473" y="525360"/>
                  </a:lnTo>
                  <a:cubicBezTo>
                    <a:pt x="7825" y="525360"/>
                    <a:pt x="0" y="533186"/>
                    <a:pt x="0" y="542833"/>
                  </a:cubicBezTo>
                  <a:cubicBezTo>
                    <a:pt x="0" y="552481"/>
                    <a:pt x="7825" y="560307"/>
                    <a:pt x="17473" y="560307"/>
                  </a:cubicBezTo>
                  <a:lnTo>
                    <a:pt x="36108" y="560307"/>
                  </a:lnTo>
                  <a:lnTo>
                    <a:pt x="36108" y="578941"/>
                  </a:lnTo>
                  <a:cubicBezTo>
                    <a:pt x="36108" y="588589"/>
                    <a:pt x="43933" y="596415"/>
                    <a:pt x="53581" y="596415"/>
                  </a:cubicBezTo>
                  <a:cubicBezTo>
                    <a:pt x="63229" y="596415"/>
                    <a:pt x="71055" y="588589"/>
                    <a:pt x="71055" y="578941"/>
                  </a:cubicBezTo>
                  <a:lnTo>
                    <a:pt x="71055" y="560307"/>
                  </a:lnTo>
                  <a:lnTo>
                    <a:pt x="106001" y="560307"/>
                  </a:lnTo>
                  <a:lnTo>
                    <a:pt x="106001" y="578941"/>
                  </a:lnTo>
                  <a:cubicBezTo>
                    <a:pt x="106001" y="588589"/>
                    <a:pt x="113826" y="596415"/>
                    <a:pt x="123474" y="596415"/>
                  </a:cubicBezTo>
                  <a:cubicBezTo>
                    <a:pt x="133122" y="596415"/>
                    <a:pt x="140948" y="588589"/>
                    <a:pt x="140948" y="578941"/>
                  </a:cubicBezTo>
                  <a:lnTo>
                    <a:pt x="140948" y="560307"/>
                  </a:lnTo>
                  <a:lnTo>
                    <a:pt x="175894" y="560307"/>
                  </a:lnTo>
                  <a:lnTo>
                    <a:pt x="175894" y="578941"/>
                  </a:lnTo>
                  <a:cubicBezTo>
                    <a:pt x="175894" y="588589"/>
                    <a:pt x="183720" y="596415"/>
                    <a:pt x="193368" y="596415"/>
                  </a:cubicBezTo>
                  <a:cubicBezTo>
                    <a:pt x="203015" y="596415"/>
                    <a:pt x="210841" y="588589"/>
                    <a:pt x="210841" y="578941"/>
                  </a:cubicBezTo>
                  <a:lnTo>
                    <a:pt x="210841" y="560307"/>
                  </a:lnTo>
                  <a:lnTo>
                    <a:pt x="245787" y="560307"/>
                  </a:lnTo>
                  <a:lnTo>
                    <a:pt x="245787" y="578941"/>
                  </a:lnTo>
                  <a:cubicBezTo>
                    <a:pt x="245787" y="588589"/>
                    <a:pt x="253613" y="596415"/>
                    <a:pt x="263261" y="596415"/>
                  </a:cubicBezTo>
                  <a:cubicBezTo>
                    <a:pt x="272909" y="596415"/>
                    <a:pt x="280734" y="588589"/>
                    <a:pt x="280734" y="578941"/>
                  </a:cubicBezTo>
                  <a:lnTo>
                    <a:pt x="280734" y="560307"/>
                  </a:lnTo>
                  <a:lnTo>
                    <a:pt x="315681" y="560307"/>
                  </a:lnTo>
                  <a:lnTo>
                    <a:pt x="315681" y="578941"/>
                  </a:lnTo>
                  <a:cubicBezTo>
                    <a:pt x="315681" y="588589"/>
                    <a:pt x="323506" y="596415"/>
                    <a:pt x="333154" y="596415"/>
                  </a:cubicBezTo>
                  <a:cubicBezTo>
                    <a:pt x="342802" y="596415"/>
                    <a:pt x="350627" y="588589"/>
                    <a:pt x="350627" y="578941"/>
                  </a:cubicBezTo>
                  <a:lnTo>
                    <a:pt x="350627" y="560307"/>
                  </a:lnTo>
                  <a:lnTo>
                    <a:pt x="385574" y="560307"/>
                  </a:lnTo>
                  <a:lnTo>
                    <a:pt x="385574" y="578941"/>
                  </a:lnTo>
                  <a:cubicBezTo>
                    <a:pt x="385574" y="588589"/>
                    <a:pt x="393399" y="596415"/>
                    <a:pt x="403047" y="596415"/>
                  </a:cubicBezTo>
                  <a:cubicBezTo>
                    <a:pt x="412695" y="596415"/>
                    <a:pt x="420520" y="588589"/>
                    <a:pt x="420520" y="578941"/>
                  </a:cubicBezTo>
                  <a:lnTo>
                    <a:pt x="420520" y="560307"/>
                  </a:lnTo>
                  <a:lnTo>
                    <a:pt x="455467" y="560307"/>
                  </a:lnTo>
                  <a:lnTo>
                    <a:pt x="455467" y="578941"/>
                  </a:lnTo>
                  <a:cubicBezTo>
                    <a:pt x="455467" y="588589"/>
                    <a:pt x="463293" y="596415"/>
                    <a:pt x="472940" y="596415"/>
                  </a:cubicBezTo>
                  <a:cubicBezTo>
                    <a:pt x="482588" y="596415"/>
                    <a:pt x="490414" y="588589"/>
                    <a:pt x="490414" y="578941"/>
                  </a:cubicBezTo>
                  <a:lnTo>
                    <a:pt x="490414" y="560307"/>
                  </a:lnTo>
                  <a:lnTo>
                    <a:pt x="525360" y="560307"/>
                  </a:lnTo>
                  <a:lnTo>
                    <a:pt x="525360" y="578941"/>
                  </a:lnTo>
                  <a:cubicBezTo>
                    <a:pt x="525360" y="588589"/>
                    <a:pt x="533186" y="596415"/>
                    <a:pt x="542833" y="596415"/>
                  </a:cubicBezTo>
                  <a:cubicBezTo>
                    <a:pt x="552481" y="596415"/>
                    <a:pt x="560307" y="588589"/>
                    <a:pt x="560307" y="578941"/>
                  </a:cubicBezTo>
                  <a:lnTo>
                    <a:pt x="560307" y="560307"/>
                  </a:lnTo>
                  <a:lnTo>
                    <a:pt x="578941" y="560307"/>
                  </a:lnTo>
                  <a:cubicBezTo>
                    <a:pt x="588589" y="560307"/>
                    <a:pt x="596415" y="552481"/>
                    <a:pt x="596415" y="542833"/>
                  </a:cubicBezTo>
                  <a:cubicBezTo>
                    <a:pt x="596415" y="533186"/>
                    <a:pt x="588589" y="525360"/>
                    <a:pt x="578941" y="52536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91" name="Google Shape;3037;p47"/>
            <p:cNvSpPr/>
            <p:nvPr/>
          </p:nvSpPr>
          <p:spPr>
            <a:xfrm>
              <a:off x="4458960" y="1395360"/>
              <a:ext cx="285120" cy="58320"/>
            </a:xfrm>
            <a:custGeom>
              <a:avLst/>
              <a:gdLst>
                <a:gd name="textAreaLeft" fmla="*/ 0 w 285120"/>
                <a:gd name="textAreaRight" fmla="*/ 288360 w 285120"/>
                <a:gd name="textAreaTop" fmla="*/ 0 h 58320"/>
                <a:gd name="textAreaBottom" fmla="*/ 61560 h 58320"/>
              </a:gdLst>
              <a:ahLst/>
              <a:rect l="textAreaLeft" t="textAreaTop" r="textAreaRight" b="textAreaBottom"/>
              <a:pathLst>
                <a:path w="490360" h="104830">
                  <a:moveTo>
                    <a:pt x="472887" y="0"/>
                  </a:moveTo>
                  <a:lnTo>
                    <a:pt x="17473" y="0"/>
                  </a:lnTo>
                  <a:cubicBezTo>
                    <a:pt x="7825" y="0"/>
                    <a:pt x="0" y="7825"/>
                    <a:pt x="0" y="17473"/>
                  </a:cubicBezTo>
                  <a:lnTo>
                    <a:pt x="0" y="87358"/>
                  </a:lnTo>
                  <a:cubicBezTo>
                    <a:pt x="0" y="97005"/>
                    <a:pt x="7825" y="104831"/>
                    <a:pt x="17473" y="104831"/>
                  </a:cubicBezTo>
                  <a:lnTo>
                    <a:pt x="472887" y="104831"/>
                  </a:lnTo>
                  <a:cubicBezTo>
                    <a:pt x="482535" y="104831"/>
                    <a:pt x="490360" y="97005"/>
                    <a:pt x="490360" y="87358"/>
                  </a:cubicBezTo>
                  <a:lnTo>
                    <a:pt x="490360" y="17473"/>
                  </a:lnTo>
                  <a:cubicBezTo>
                    <a:pt x="490360" y="7825"/>
                    <a:pt x="482535" y="0"/>
                    <a:pt x="472887" y="0"/>
                  </a:cubicBezTo>
                  <a:close/>
                  <a:moveTo>
                    <a:pt x="455413" y="69884"/>
                  </a:moveTo>
                  <a:lnTo>
                    <a:pt x="34947" y="69884"/>
                  </a:lnTo>
                  <a:lnTo>
                    <a:pt x="34947" y="34938"/>
                  </a:lnTo>
                  <a:lnTo>
                    <a:pt x="455413" y="34938"/>
                  </a:lnTo>
                  <a:lnTo>
                    <a:pt x="455413" y="69884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92" name="Google Shape;3038;p47"/>
            <p:cNvSpPr/>
            <p:nvPr/>
          </p:nvSpPr>
          <p:spPr>
            <a:xfrm>
              <a:off x="4458960" y="1477800"/>
              <a:ext cx="222840" cy="58320"/>
            </a:xfrm>
            <a:custGeom>
              <a:avLst/>
              <a:gdLst>
                <a:gd name="textAreaLeft" fmla="*/ 0 w 222840"/>
                <a:gd name="textAreaRight" fmla="*/ 226080 w 222840"/>
                <a:gd name="textAreaTop" fmla="*/ 0 h 58320"/>
                <a:gd name="textAreaBottom" fmla="*/ 61560 h 58320"/>
              </a:gdLst>
              <a:ahLst/>
              <a:rect l="textAreaLeft" t="textAreaTop" r="textAreaRight" b="textAreaBottom"/>
              <a:pathLst>
                <a:path w="384367" h="104830">
                  <a:moveTo>
                    <a:pt x="17473" y="104831"/>
                  </a:moveTo>
                  <a:lnTo>
                    <a:pt x="366895" y="104831"/>
                  </a:lnTo>
                  <a:cubicBezTo>
                    <a:pt x="376542" y="104831"/>
                    <a:pt x="384368" y="97005"/>
                    <a:pt x="384368" y="87358"/>
                  </a:cubicBezTo>
                  <a:lnTo>
                    <a:pt x="384368" y="17473"/>
                  </a:lnTo>
                  <a:cubicBezTo>
                    <a:pt x="384368" y="7825"/>
                    <a:pt x="376542" y="0"/>
                    <a:pt x="366895" y="0"/>
                  </a:cubicBezTo>
                  <a:lnTo>
                    <a:pt x="17473" y="0"/>
                  </a:lnTo>
                  <a:cubicBezTo>
                    <a:pt x="7825" y="0"/>
                    <a:pt x="0" y="7825"/>
                    <a:pt x="0" y="17473"/>
                  </a:cubicBezTo>
                  <a:lnTo>
                    <a:pt x="0" y="87358"/>
                  </a:lnTo>
                  <a:cubicBezTo>
                    <a:pt x="0" y="97005"/>
                    <a:pt x="7825" y="104831"/>
                    <a:pt x="17473" y="104831"/>
                  </a:cubicBezTo>
                  <a:close/>
                  <a:moveTo>
                    <a:pt x="34947" y="34947"/>
                  </a:moveTo>
                  <a:lnTo>
                    <a:pt x="349430" y="34947"/>
                  </a:lnTo>
                  <a:lnTo>
                    <a:pt x="349430" y="69893"/>
                  </a:lnTo>
                  <a:lnTo>
                    <a:pt x="34947" y="69893"/>
                  </a:lnTo>
                  <a:lnTo>
                    <a:pt x="34947" y="34947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93" name="Google Shape;3039;p47"/>
            <p:cNvSpPr/>
            <p:nvPr/>
          </p:nvSpPr>
          <p:spPr>
            <a:xfrm>
              <a:off x="4458960" y="1559880"/>
              <a:ext cx="160920" cy="58320"/>
            </a:xfrm>
            <a:custGeom>
              <a:avLst/>
              <a:gdLst>
                <a:gd name="textAreaLeft" fmla="*/ 0 w 160920"/>
                <a:gd name="textAreaRight" fmla="*/ 164160 w 160920"/>
                <a:gd name="textAreaTop" fmla="*/ 0 h 58320"/>
                <a:gd name="textAreaBottom" fmla="*/ 61560 h 58320"/>
              </a:gdLst>
              <a:ahLst/>
              <a:rect l="textAreaLeft" t="textAreaTop" r="textAreaRight" b="textAreaBottom"/>
              <a:pathLst>
                <a:path w="279546" h="104830">
                  <a:moveTo>
                    <a:pt x="17473" y="104831"/>
                  </a:moveTo>
                  <a:lnTo>
                    <a:pt x="262073" y="104831"/>
                  </a:lnTo>
                  <a:cubicBezTo>
                    <a:pt x="271721" y="104831"/>
                    <a:pt x="279546" y="97005"/>
                    <a:pt x="279546" y="87357"/>
                  </a:cubicBezTo>
                  <a:lnTo>
                    <a:pt x="279546" y="17473"/>
                  </a:lnTo>
                  <a:cubicBezTo>
                    <a:pt x="279546" y="7825"/>
                    <a:pt x="271721" y="0"/>
                    <a:pt x="262073" y="0"/>
                  </a:cubicBezTo>
                  <a:lnTo>
                    <a:pt x="17473" y="0"/>
                  </a:lnTo>
                  <a:cubicBezTo>
                    <a:pt x="7825" y="0"/>
                    <a:pt x="0" y="7825"/>
                    <a:pt x="0" y="17473"/>
                  </a:cubicBezTo>
                  <a:lnTo>
                    <a:pt x="0" y="87357"/>
                  </a:lnTo>
                  <a:cubicBezTo>
                    <a:pt x="0" y="97005"/>
                    <a:pt x="7825" y="104831"/>
                    <a:pt x="17473" y="104831"/>
                  </a:cubicBezTo>
                  <a:close/>
                  <a:moveTo>
                    <a:pt x="34947" y="34947"/>
                  </a:moveTo>
                  <a:lnTo>
                    <a:pt x="244599" y="34947"/>
                  </a:lnTo>
                  <a:lnTo>
                    <a:pt x="244599" y="69893"/>
                  </a:lnTo>
                  <a:lnTo>
                    <a:pt x="34947" y="69893"/>
                  </a:lnTo>
                  <a:lnTo>
                    <a:pt x="34947" y="34947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994" name="Google Shape;3040;p47"/>
          <p:cNvSpPr/>
          <p:nvPr/>
        </p:nvSpPr>
        <p:spPr>
          <a:xfrm>
            <a:off x="7066800" y="1333440"/>
            <a:ext cx="347040" cy="347040"/>
          </a:xfrm>
          <a:custGeom>
            <a:avLst/>
            <a:gdLst>
              <a:gd name="textAreaLeft" fmla="*/ 0 w 347040"/>
              <a:gd name="textAreaRight" fmla="*/ 350280 w 347040"/>
              <a:gd name="textAreaTop" fmla="*/ 0 h 347040"/>
              <a:gd name="textAreaBottom" fmla="*/ 350280 h 347040"/>
            </a:gdLst>
            <a:ahLst/>
            <a:rect l="textAreaLeft" t="textAreaTop" r="textAreaRight" b="textAreaBottom"/>
            <a:pathLst>
              <a:path w="596343" h="596343">
                <a:moveTo>
                  <a:pt x="298172" y="0"/>
                </a:moveTo>
                <a:cubicBezTo>
                  <a:pt x="133980" y="0"/>
                  <a:pt x="0" y="134007"/>
                  <a:pt x="0" y="298172"/>
                </a:cubicBezTo>
                <a:cubicBezTo>
                  <a:pt x="0" y="462337"/>
                  <a:pt x="134007" y="596343"/>
                  <a:pt x="298172" y="596343"/>
                </a:cubicBezTo>
                <a:cubicBezTo>
                  <a:pt x="462337" y="596343"/>
                  <a:pt x="596343" y="462337"/>
                  <a:pt x="596343" y="298172"/>
                </a:cubicBezTo>
                <a:cubicBezTo>
                  <a:pt x="596343" y="134007"/>
                  <a:pt x="462337" y="0"/>
                  <a:pt x="298172" y="0"/>
                </a:cubicBezTo>
                <a:close/>
                <a:moveTo>
                  <a:pt x="496158" y="471448"/>
                </a:moveTo>
                <a:lnTo>
                  <a:pt x="420976" y="396267"/>
                </a:lnTo>
                <a:cubicBezTo>
                  <a:pt x="439084" y="373648"/>
                  <a:pt x="451081" y="345928"/>
                  <a:pt x="454440" y="315654"/>
                </a:cubicBezTo>
                <a:lnTo>
                  <a:pt x="560816" y="315654"/>
                </a:lnTo>
                <a:cubicBezTo>
                  <a:pt x="556903" y="375104"/>
                  <a:pt x="533168" y="429230"/>
                  <a:pt x="496166" y="471457"/>
                </a:cubicBezTo>
                <a:close/>
                <a:moveTo>
                  <a:pt x="298172" y="420476"/>
                </a:moveTo>
                <a:cubicBezTo>
                  <a:pt x="230735" y="420476"/>
                  <a:pt x="175876" y="365617"/>
                  <a:pt x="175876" y="298181"/>
                </a:cubicBezTo>
                <a:cubicBezTo>
                  <a:pt x="175876" y="230744"/>
                  <a:pt x="230735" y="175885"/>
                  <a:pt x="298172" y="175885"/>
                </a:cubicBezTo>
                <a:cubicBezTo>
                  <a:pt x="365608" y="175885"/>
                  <a:pt x="420467" y="230744"/>
                  <a:pt x="420467" y="298181"/>
                </a:cubicBezTo>
                <a:cubicBezTo>
                  <a:pt x="420467" y="365617"/>
                  <a:pt x="365617" y="420476"/>
                  <a:pt x="298172" y="420476"/>
                </a:cubicBezTo>
                <a:close/>
                <a:moveTo>
                  <a:pt x="560807" y="280707"/>
                </a:moveTo>
                <a:lnTo>
                  <a:pt x="454431" y="280707"/>
                </a:lnTo>
                <a:cubicBezTo>
                  <a:pt x="446346" y="207938"/>
                  <a:pt x="388415" y="149997"/>
                  <a:pt x="315636" y="141912"/>
                </a:cubicBezTo>
                <a:lnTo>
                  <a:pt x="315636" y="35536"/>
                </a:lnTo>
                <a:cubicBezTo>
                  <a:pt x="446891" y="44183"/>
                  <a:pt x="552160" y="149452"/>
                  <a:pt x="560798" y="280698"/>
                </a:cubicBezTo>
                <a:close/>
                <a:moveTo>
                  <a:pt x="34938" y="298181"/>
                </a:moveTo>
                <a:cubicBezTo>
                  <a:pt x="34938" y="158903"/>
                  <a:pt x="143672" y="44568"/>
                  <a:pt x="280698" y="35545"/>
                </a:cubicBezTo>
                <a:lnTo>
                  <a:pt x="280698" y="141921"/>
                </a:lnTo>
                <a:cubicBezTo>
                  <a:pt x="202185" y="150640"/>
                  <a:pt x="140930" y="217389"/>
                  <a:pt x="140930" y="298181"/>
                </a:cubicBezTo>
                <a:cubicBezTo>
                  <a:pt x="140930" y="384877"/>
                  <a:pt x="211466" y="455422"/>
                  <a:pt x="298172" y="455422"/>
                </a:cubicBezTo>
                <a:cubicBezTo>
                  <a:pt x="335245" y="455422"/>
                  <a:pt x="369351" y="442523"/>
                  <a:pt x="396258" y="420985"/>
                </a:cubicBezTo>
                <a:lnTo>
                  <a:pt x="471448" y="496167"/>
                </a:lnTo>
                <a:cubicBezTo>
                  <a:pt x="425112" y="536768"/>
                  <a:pt x="364474" y="561414"/>
                  <a:pt x="298172" y="561414"/>
                </a:cubicBezTo>
                <a:cubicBezTo>
                  <a:pt x="153026" y="561414"/>
                  <a:pt x="34938" y="443327"/>
                  <a:pt x="34938" y="29818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grpSp>
        <p:nvGrpSpPr>
          <p:cNvPr id="6995" name="Google Shape;3041;p47"/>
          <p:cNvGrpSpPr/>
          <p:nvPr/>
        </p:nvGrpSpPr>
        <p:grpSpPr>
          <a:xfrm>
            <a:off x="4438440" y="3018240"/>
            <a:ext cx="263880" cy="347400"/>
            <a:chOff x="4438440" y="3018240"/>
            <a:chExt cx="263880" cy="347400"/>
          </a:xfrm>
        </p:grpSpPr>
        <p:sp>
          <p:nvSpPr>
            <p:cNvPr id="6996" name="Google Shape;3042;p47"/>
            <p:cNvSpPr/>
            <p:nvPr/>
          </p:nvSpPr>
          <p:spPr>
            <a:xfrm>
              <a:off x="4438440" y="3018240"/>
              <a:ext cx="263880" cy="347400"/>
            </a:xfrm>
            <a:custGeom>
              <a:avLst/>
              <a:gdLst>
                <a:gd name="textAreaLeft" fmla="*/ 0 w 263880"/>
                <a:gd name="textAreaRight" fmla="*/ 267120 w 263880"/>
                <a:gd name="textAreaTop" fmla="*/ 0 h 347400"/>
                <a:gd name="textAreaBottom" fmla="*/ 350640 h 347400"/>
              </a:gdLst>
              <a:ahLst/>
              <a:rect l="textAreaLeft" t="textAreaTop" r="textAreaRight" b="textAreaBottom"/>
              <a:pathLst>
                <a:path w="454252" h="596352">
                  <a:moveTo>
                    <a:pt x="436788" y="71046"/>
                  </a:moveTo>
                  <a:lnTo>
                    <a:pt x="349430" y="71046"/>
                  </a:lnTo>
                  <a:lnTo>
                    <a:pt x="349430" y="17473"/>
                  </a:lnTo>
                  <a:cubicBezTo>
                    <a:pt x="349430" y="7825"/>
                    <a:pt x="341605" y="0"/>
                    <a:pt x="331957" y="0"/>
                  </a:cubicBezTo>
                  <a:lnTo>
                    <a:pt x="122304" y="0"/>
                  </a:lnTo>
                  <a:cubicBezTo>
                    <a:pt x="112656" y="0"/>
                    <a:pt x="104831" y="7825"/>
                    <a:pt x="104831" y="17473"/>
                  </a:cubicBezTo>
                  <a:lnTo>
                    <a:pt x="104831" y="71054"/>
                  </a:lnTo>
                  <a:lnTo>
                    <a:pt x="17473" y="71054"/>
                  </a:lnTo>
                  <a:cubicBezTo>
                    <a:pt x="7826" y="71054"/>
                    <a:pt x="0" y="78880"/>
                    <a:pt x="0" y="88528"/>
                  </a:cubicBezTo>
                  <a:lnTo>
                    <a:pt x="0" y="578879"/>
                  </a:lnTo>
                  <a:cubicBezTo>
                    <a:pt x="0" y="588527"/>
                    <a:pt x="7826" y="596352"/>
                    <a:pt x="17473" y="596352"/>
                  </a:cubicBezTo>
                  <a:lnTo>
                    <a:pt x="436779" y="596352"/>
                  </a:lnTo>
                  <a:cubicBezTo>
                    <a:pt x="446427" y="596352"/>
                    <a:pt x="454252" y="588527"/>
                    <a:pt x="454252" y="578879"/>
                  </a:cubicBezTo>
                  <a:lnTo>
                    <a:pt x="454252" y="88519"/>
                  </a:lnTo>
                  <a:cubicBezTo>
                    <a:pt x="454252" y="78871"/>
                    <a:pt x="446427" y="71046"/>
                    <a:pt x="436779" y="71046"/>
                  </a:cubicBezTo>
                  <a:close/>
                  <a:moveTo>
                    <a:pt x="139778" y="34938"/>
                  </a:moveTo>
                  <a:lnTo>
                    <a:pt x="314493" y="34938"/>
                  </a:lnTo>
                  <a:lnTo>
                    <a:pt x="314493" y="71046"/>
                  </a:lnTo>
                  <a:lnTo>
                    <a:pt x="139778" y="71046"/>
                  </a:lnTo>
                  <a:lnTo>
                    <a:pt x="139778" y="34938"/>
                  </a:lnTo>
                  <a:close/>
                  <a:moveTo>
                    <a:pt x="419315" y="561397"/>
                  </a:moveTo>
                  <a:lnTo>
                    <a:pt x="34947" y="561397"/>
                  </a:lnTo>
                  <a:lnTo>
                    <a:pt x="34947" y="105992"/>
                  </a:lnTo>
                  <a:lnTo>
                    <a:pt x="419315" y="105992"/>
                  </a:lnTo>
                  <a:lnTo>
                    <a:pt x="419315" y="561406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97" name="Google Shape;3043;p47"/>
            <p:cNvSpPr/>
            <p:nvPr/>
          </p:nvSpPr>
          <p:spPr>
            <a:xfrm>
              <a:off x="4479840" y="3101040"/>
              <a:ext cx="150840" cy="222840"/>
            </a:xfrm>
            <a:custGeom>
              <a:avLst/>
              <a:gdLst>
                <a:gd name="textAreaLeft" fmla="*/ 0 w 150840"/>
                <a:gd name="textAreaRight" fmla="*/ 154080 w 150840"/>
                <a:gd name="textAreaTop" fmla="*/ 0 h 222840"/>
                <a:gd name="textAreaBottom" fmla="*/ 226080 h 222840"/>
              </a:gdLst>
              <a:ahLst/>
              <a:rect l="textAreaLeft" t="textAreaTop" r="textAreaRight" b="textAreaBottom"/>
              <a:pathLst>
                <a:path w="262063" h="384357">
                  <a:moveTo>
                    <a:pt x="232236" y="82229"/>
                  </a:moveTo>
                  <a:cubicBezTo>
                    <a:pt x="235640" y="85641"/>
                    <a:pt x="240115" y="87348"/>
                    <a:pt x="244591" y="87348"/>
                  </a:cubicBezTo>
                  <a:cubicBezTo>
                    <a:pt x="249066" y="87348"/>
                    <a:pt x="253533" y="85641"/>
                    <a:pt x="256945" y="82229"/>
                  </a:cubicBezTo>
                  <a:cubicBezTo>
                    <a:pt x="263770" y="75404"/>
                    <a:pt x="263770" y="64345"/>
                    <a:pt x="256945" y="57520"/>
                  </a:cubicBezTo>
                  <a:lnTo>
                    <a:pt x="204534" y="5109"/>
                  </a:lnTo>
                  <a:cubicBezTo>
                    <a:pt x="197763" y="-1663"/>
                    <a:pt x="186677" y="-1743"/>
                    <a:pt x="179816" y="5109"/>
                  </a:cubicBezTo>
                  <a:lnTo>
                    <a:pt x="127405" y="57520"/>
                  </a:lnTo>
                  <a:cubicBezTo>
                    <a:pt x="120580" y="64336"/>
                    <a:pt x="120580" y="75404"/>
                    <a:pt x="127405" y="82229"/>
                  </a:cubicBezTo>
                  <a:cubicBezTo>
                    <a:pt x="134221" y="89054"/>
                    <a:pt x="145289" y="89054"/>
                    <a:pt x="152114" y="82229"/>
                  </a:cubicBezTo>
                  <a:lnTo>
                    <a:pt x="174706" y="59646"/>
                  </a:lnTo>
                  <a:lnTo>
                    <a:pt x="174706" y="192178"/>
                  </a:lnTo>
                  <a:cubicBezTo>
                    <a:pt x="174706" y="242794"/>
                    <a:pt x="143771" y="287495"/>
                    <a:pt x="97800" y="305790"/>
                  </a:cubicBezTo>
                  <a:cubicBezTo>
                    <a:pt x="88724" y="290113"/>
                    <a:pt x="71787" y="279536"/>
                    <a:pt x="52411" y="279536"/>
                  </a:cubicBezTo>
                  <a:cubicBezTo>
                    <a:pt x="23512" y="279536"/>
                    <a:pt x="0" y="303048"/>
                    <a:pt x="0" y="331947"/>
                  </a:cubicBezTo>
                  <a:cubicBezTo>
                    <a:pt x="0" y="360846"/>
                    <a:pt x="23512" y="384358"/>
                    <a:pt x="52411" y="384358"/>
                  </a:cubicBezTo>
                  <a:cubicBezTo>
                    <a:pt x="78317" y="384358"/>
                    <a:pt x="99882" y="365464"/>
                    <a:pt x="104072" y="340737"/>
                  </a:cubicBezTo>
                  <a:cubicBezTo>
                    <a:pt x="166854" y="318985"/>
                    <a:pt x="209653" y="259669"/>
                    <a:pt x="209653" y="192178"/>
                  </a:cubicBezTo>
                  <a:lnTo>
                    <a:pt x="209653" y="59646"/>
                  </a:lnTo>
                  <a:lnTo>
                    <a:pt x="232245" y="82229"/>
                  </a:lnTo>
                  <a:close/>
                  <a:moveTo>
                    <a:pt x="52402" y="349411"/>
                  </a:moveTo>
                  <a:cubicBezTo>
                    <a:pt x="42772" y="349411"/>
                    <a:pt x="34929" y="341568"/>
                    <a:pt x="34929" y="331938"/>
                  </a:cubicBezTo>
                  <a:cubicBezTo>
                    <a:pt x="34929" y="322308"/>
                    <a:pt x="42772" y="314465"/>
                    <a:pt x="52402" y="314465"/>
                  </a:cubicBezTo>
                  <a:cubicBezTo>
                    <a:pt x="62032" y="314465"/>
                    <a:pt x="69876" y="322308"/>
                    <a:pt x="69876" y="331938"/>
                  </a:cubicBezTo>
                  <a:cubicBezTo>
                    <a:pt x="69876" y="341568"/>
                    <a:pt x="62032" y="349411"/>
                    <a:pt x="52402" y="34941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98" name="Google Shape;3044;p47"/>
            <p:cNvSpPr/>
            <p:nvPr/>
          </p:nvSpPr>
          <p:spPr>
            <a:xfrm>
              <a:off x="4602960" y="3265200"/>
              <a:ext cx="58320" cy="58320"/>
            </a:xfrm>
            <a:custGeom>
              <a:avLst/>
              <a:gdLst>
                <a:gd name="textAreaLeft" fmla="*/ 0 w 58320"/>
                <a:gd name="textAreaRight" fmla="*/ 61560 w 58320"/>
                <a:gd name="textAreaTop" fmla="*/ 0 h 58320"/>
                <a:gd name="textAreaBottom" fmla="*/ 61560 h 58320"/>
              </a:gdLst>
              <a:ahLst/>
              <a:rect l="textAreaLeft" t="textAreaTop" r="textAreaRight" b="textAreaBottom"/>
              <a:pathLst>
                <a:path w="104839" h="104839">
                  <a:moveTo>
                    <a:pt x="29828" y="5119"/>
                  </a:moveTo>
                  <a:cubicBezTo>
                    <a:pt x="23012" y="-1706"/>
                    <a:pt x="11944" y="-1706"/>
                    <a:pt x="5118" y="5119"/>
                  </a:cubicBezTo>
                  <a:cubicBezTo>
                    <a:pt x="-1706" y="11944"/>
                    <a:pt x="-1706" y="23003"/>
                    <a:pt x="5118" y="29828"/>
                  </a:cubicBezTo>
                  <a:lnTo>
                    <a:pt x="27702" y="52420"/>
                  </a:lnTo>
                  <a:lnTo>
                    <a:pt x="5118" y="75012"/>
                  </a:lnTo>
                  <a:cubicBezTo>
                    <a:pt x="-1706" y="81837"/>
                    <a:pt x="-1706" y="92896"/>
                    <a:pt x="5118" y="99721"/>
                  </a:cubicBezTo>
                  <a:cubicBezTo>
                    <a:pt x="11935" y="106546"/>
                    <a:pt x="23003" y="106546"/>
                    <a:pt x="29828" y="99721"/>
                  </a:cubicBezTo>
                  <a:lnTo>
                    <a:pt x="52420" y="77138"/>
                  </a:lnTo>
                  <a:lnTo>
                    <a:pt x="75012" y="99721"/>
                  </a:lnTo>
                  <a:cubicBezTo>
                    <a:pt x="81828" y="106546"/>
                    <a:pt x="92896" y="106546"/>
                    <a:pt x="99721" y="99721"/>
                  </a:cubicBezTo>
                  <a:cubicBezTo>
                    <a:pt x="106546" y="92905"/>
                    <a:pt x="106546" y="81837"/>
                    <a:pt x="99721" y="75012"/>
                  </a:cubicBezTo>
                  <a:lnTo>
                    <a:pt x="77138" y="52420"/>
                  </a:lnTo>
                  <a:lnTo>
                    <a:pt x="99721" y="29828"/>
                  </a:lnTo>
                  <a:cubicBezTo>
                    <a:pt x="106546" y="23003"/>
                    <a:pt x="106546" y="11944"/>
                    <a:pt x="99721" y="5119"/>
                  </a:cubicBezTo>
                  <a:cubicBezTo>
                    <a:pt x="92905" y="-1706"/>
                    <a:pt x="81837" y="-1706"/>
                    <a:pt x="75012" y="5119"/>
                  </a:cubicBezTo>
                  <a:lnTo>
                    <a:pt x="52420" y="27702"/>
                  </a:lnTo>
                  <a:lnTo>
                    <a:pt x="29828" y="511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999" name="Google Shape;3045;p47"/>
            <p:cNvSpPr/>
            <p:nvPr/>
          </p:nvSpPr>
          <p:spPr>
            <a:xfrm>
              <a:off x="4479840" y="3183120"/>
              <a:ext cx="58320" cy="58320"/>
            </a:xfrm>
            <a:custGeom>
              <a:avLst/>
              <a:gdLst>
                <a:gd name="textAreaLeft" fmla="*/ 0 w 58320"/>
                <a:gd name="textAreaRight" fmla="*/ 61560 w 58320"/>
                <a:gd name="textAreaTop" fmla="*/ 0 h 58320"/>
                <a:gd name="textAreaBottom" fmla="*/ 61560 h 58320"/>
              </a:gdLst>
              <a:ahLst/>
              <a:rect l="textAreaLeft" t="textAreaTop" r="textAreaRight" b="textAreaBottom"/>
              <a:pathLst>
                <a:path w="104839" h="104839">
                  <a:moveTo>
                    <a:pt x="5119" y="99721"/>
                  </a:moveTo>
                  <a:cubicBezTo>
                    <a:pt x="11935" y="106546"/>
                    <a:pt x="23003" y="106546"/>
                    <a:pt x="29828" y="99721"/>
                  </a:cubicBezTo>
                  <a:lnTo>
                    <a:pt x="52420" y="77138"/>
                  </a:lnTo>
                  <a:lnTo>
                    <a:pt x="75012" y="99721"/>
                  </a:lnTo>
                  <a:cubicBezTo>
                    <a:pt x="81828" y="106546"/>
                    <a:pt x="92896" y="106546"/>
                    <a:pt x="99721" y="99721"/>
                  </a:cubicBezTo>
                  <a:cubicBezTo>
                    <a:pt x="106546" y="92905"/>
                    <a:pt x="106546" y="81837"/>
                    <a:pt x="99721" y="75012"/>
                  </a:cubicBezTo>
                  <a:lnTo>
                    <a:pt x="77138" y="52420"/>
                  </a:lnTo>
                  <a:lnTo>
                    <a:pt x="99721" y="29828"/>
                  </a:lnTo>
                  <a:cubicBezTo>
                    <a:pt x="106546" y="23003"/>
                    <a:pt x="106546" y="11944"/>
                    <a:pt x="99721" y="5119"/>
                  </a:cubicBezTo>
                  <a:cubicBezTo>
                    <a:pt x="92905" y="-1706"/>
                    <a:pt x="81837" y="-1706"/>
                    <a:pt x="75012" y="5119"/>
                  </a:cubicBezTo>
                  <a:lnTo>
                    <a:pt x="52420" y="27702"/>
                  </a:lnTo>
                  <a:lnTo>
                    <a:pt x="29828" y="5119"/>
                  </a:lnTo>
                  <a:cubicBezTo>
                    <a:pt x="23012" y="-1706"/>
                    <a:pt x="11943" y="-1706"/>
                    <a:pt x="5119" y="5119"/>
                  </a:cubicBezTo>
                  <a:cubicBezTo>
                    <a:pt x="-1706" y="11935"/>
                    <a:pt x="-1706" y="23003"/>
                    <a:pt x="5119" y="29828"/>
                  </a:cubicBezTo>
                  <a:lnTo>
                    <a:pt x="27702" y="52420"/>
                  </a:lnTo>
                  <a:lnTo>
                    <a:pt x="5119" y="75012"/>
                  </a:lnTo>
                  <a:cubicBezTo>
                    <a:pt x="-1706" y="81828"/>
                    <a:pt x="-1706" y="92896"/>
                    <a:pt x="5119" y="997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</p:spTree>
  </p:cSld>
  <p:transition spd="slow">
    <p:fade thruBlk="true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0" name="PlaceHolder 1"/>
          <p:cNvSpPr>
            <a:spLocks noGrp="1"/>
          </p:cNvSpPr>
          <p:nvPr>
            <p:ph type="subTitle"/>
          </p:nvPr>
        </p:nvSpPr>
        <p:spPr>
          <a:xfrm>
            <a:off x="1051200" y="1414440"/>
            <a:ext cx="7038000" cy="18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en" sz="3000" spc="-1" strike="noStrike">
                <a:solidFill>
                  <a:schemeClr val="dk1"/>
                </a:solidFill>
                <a:latin typeface="Albert Sans"/>
                <a:ea typeface="Albert Sans"/>
              </a:rPr>
              <a:t>“</a:t>
            </a:r>
            <a:r>
              <a:rPr b="0" lang="en" sz="3000" spc="-1" strike="noStrike">
                <a:solidFill>
                  <a:schemeClr val="dk1"/>
                </a:solidFill>
                <a:latin typeface="Albert Sans"/>
                <a:ea typeface="Albert Sans"/>
              </a:rPr>
              <a:t>There are three kinds of lies: lies, damned lies, and statistics.”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en" sz="3000" spc="-1" strike="noStrike">
                <a:solidFill>
                  <a:schemeClr val="dk1"/>
                </a:solidFill>
                <a:latin typeface="Albert Sans"/>
                <a:ea typeface="Albert Sans"/>
              </a:rPr>
              <a:t>“</a:t>
            </a:r>
            <a:r>
              <a:rPr b="0" lang="hi-IN" sz="3000" spc="-1" strike="noStrike">
                <a:solidFill>
                  <a:schemeClr val="dk1"/>
                </a:solidFill>
                <a:latin typeface="Albert Sans"/>
              </a:rPr>
              <a:t>झूटका तीन प्रकार हुन्छन्</a:t>
            </a:r>
            <a:r>
              <a:rPr b="0" lang="en" sz="3000" spc="-1" strike="noStrike">
                <a:solidFill>
                  <a:schemeClr val="dk1"/>
                </a:solidFill>
                <a:latin typeface="Albert Sans"/>
                <a:ea typeface="Albert Sans"/>
              </a:rPr>
              <a:t>: </a:t>
            </a:r>
            <a:r>
              <a:rPr b="0" lang="hi-IN" sz="3000" spc="-1" strike="noStrike">
                <a:solidFill>
                  <a:schemeClr val="dk1"/>
                </a:solidFill>
                <a:latin typeface="Albert Sans"/>
              </a:rPr>
              <a:t>झूट</a:t>
            </a:r>
            <a:r>
              <a:rPr b="0" lang="en" sz="3000" spc="-1" strike="noStrike">
                <a:solidFill>
                  <a:schemeClr val="dk1"/>
                </a:solidFill>
                <a:latin typeface="Albert Sans"/>
                <a:ea typeface="Albert Sans"/>
              </a:rPr>
              <a:t>, </a:t>
            </a:r>
            <a:r>
              <a:rPr b="0" lang="hi-IN" sz="3000" spc="-1" strike="noStrike">
                <a:solidFill>
                  <a:schemeClr val="dk1"/>
                </a:solidFill>
                <a:latin typeface="Albert Sans"/>
              </a:rPr>
              <a:t>घोर झूट</a:t>
            </a:r>
            <a:r>
              <a:rPr b="0" lang="en" sz="3000" spc="-1" strike="noStrike">
                <a:solidFill>
                  <a:schemeClr val="dk1"/>
                </a:solidFill>
                <a:latin typeface="Albert Sans"/>
                <a:ea typeface="Albert Sans"/>
              </a:rPr>
              <a:t>, </a:t>
            </a:r>
            <a:r>
              <a:rPr b="0" lang="hi-IN" sz="3000" spc="-1" strike="noStrike">
                <a:solidFill>
                  <a:schemeClr val="dk1"/>
                </a:solidFill>
                <a:latin typeface="Albert Sans"/>
              </a:rPr>
              <a:t>र तथ्याङ्क।”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1" name="PlaceHolder 2"/>
          <p:cNvSpPr>
            <a:spLocks noGrp="1"/>
          </p:cNvSpPr>
          <p:nvPr>
            <p:ph type="title"/>
          </p:nvPr>
        </p:nvSpPr>
        <p:spPr>
          <a:xfrm>
            <a:off x="1778400" y="3172320"/>
            <a:ext cx="5375160" cy="55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chemeClr val="dk1"/>
                </a:solidFill>
                <a:latin typeface="Montserrat"/>
                <a:ea typeface="Montserrat"/>
              </a:rPr>
              <a:t>—</a:t>
            </a:r>
            <a:r>
              <a:rPr b="1" lang="en" sz="2500" spc="-1" strike="noStrike">
                <a:solidFill>
                  <a:schemeClr val="dk1"/>
                </a:solidFill>
                <a:latin typeface="Montserrat"/>
                <a:ea typeface="Montserrat"/>
              </a:rPr>
              <a:t>Mark Twain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2" name="Google Shape;3081;p49"/>
          <p:cNvSpPr/>
          <p:nvPr/>
        </p:nvSpPr>
        <p:spPr>
          <a:xfrm>
            <a:off x="876240" y="3100320"/>
            <a:ext cx="1071720" cy="1071720"/>
          </a:xfrm>
          <a:prstGeom prst="ellipse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2ebbf2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7003" name="Google Shape;3082;p49"/>
          <p:cNvGrpSpPr/>
          <p:nvPr/>
        </p:nvGrpSpPr>
        <p:grpSpPr>
          <a:xfrm>
            <a:off x="1176480" y="3326400"/>
            <a:ext cx="470880" cy="619560"/>
            <a:chOff x="1176480" y="3326400"/>
            <a:chExt cx="470880" cy="619560"/>
          </a:xfrm>
        </p:grpSpPr>
        <p:sp>
          <p:nvSpPr>
            <p:cNvPr id="7004" name="Google Shape;3083;p49"/>
            <p:cNvSpPr/>
            <p:nvPr/>
          </p:nvSpPr>
          <p:spPr>
            <a:xfrm>
              <a:off x="1176480" y="3618360"/>
              <a:ext cx="470880" cy="327600"/>
            </a:xfrm>
            <a:custGeom>
              <a:avLst/>
              <a:gdLst>
                <a:gd name="textAreaLeft" fmla="*/ 0 w 470880"/>
                <a:gd name="textAreaRight" fmla="*/ 474120 w 470880"/>
                <a:gd name="textAreaTop" fmla="*/ 0 h 327600"/>
                <a:gd name="textAreaBottom" fmla="*/ 330840 h 327600"/>
              </a:gdLst>
              <a:ahLst/>
              <a:rect l="textAreaLeft" t="textAreaTop" r="textAreaRight" b="textAreaBottom"/>
              <a:pathLst>
                <a:path w="454252" h="316815">
                  <a:moveTo>
                    <a:pt x="454252" y="17473"/>
                  </a:moveTo>
                  <a:cubicBezTo>
                    <a:pt x="454252" y="7825"/>
                    <a:pt x="446427" y="0"/>
                    <a:pt x="436779" y="0"/>
                  </a:cubicBezTo>
                  <a:cubicBezTo>
                    <a:pt x="427131" y="0"/>
                    <a:pt x="419305" y="7825"/>
                    <a:pt x="419305" y="17473"/>
                  </a:cubicBezTo>
                  <a:cubicBezTo>
                    <a:pt x="419305" y="123439"/>
                    <a:pt x="333091" y="209653"/>
                    <a:pt x="227126" y="209653"/>
                  </a:cubicBezTo>
                  <a:cubicBezTo>
                    <a:pt x="121161" y="209653"/>
                    <a:pt x="34947" y="123439"/>
                    <a:pt x="34947" y="17473"/>
                  </a:cubicBezTo>
                  <a:cubicBezTo>
                    <a:pt x="34947" y="7825"/>
                    <a:pt x="27121" y="0"/>
                    <a:pt x="17473" y="0"/>
                  </a:cubicBezTo>
                  <a:cubicBezTo>
                    <a:pt x="7825" y="0"/>
                    <a:pt x="0" y="7825"/>
                    <a:pt x="0" y="17473"/>
                  </a:cubicBezTo>
                  <a:cubicBezTo>
                    <a:pt x="0" y="136829"/>
                    <a:pt x="92548" y="234978"/>
                    <a:pt x="209653" y="243929"/>
                  </a:cubicBezTo>
                  <a:lnTo>
                    <a:pt x="209653" y="281869"/>
                  </a:lnTo>
                  <a:lnTo>
                    <a:pt x="122295" y="281869"/>
                  </a:lnTo>
                  <a:cubicBezTo>
                    <a:pt x="112647" y="281869"/>
                    <a:pt x="104822" y="289694"/>
                    <a:pt x="104822" y="299342"/>
                  </a:cubicBezTo>
                  <a:cubicBezTo>
                    <a:pt x="104822" y="308990"/>
                    <a:pt x="112647" y="316815"/>
                    <a:pt x="122295" y="316815"/>
                  </a:cubicBezTo>
                  <a:lnTo>
                    <a:pt x="331948" y="316815"/>
                  </a:lnTo>
                  <a:cubicBezTo>
                    <a:pt x="341596" y="316815"/>
                    <a:pt x="349421" y="308990"/>
                    <a:pt x="349421" y="299342"/>
                  </a:cubicBezTo>
                  <a:cubicBezTo>
                    <a:pt x="349421" y="289694"/>
                    <a:pt x="341596" y="281869"/>
                    <a:pt x="331948" y="281869"/>
                  </a:cubicBezTo>
                  <a:lnTo>
                    <a:pt x="244590" y="281869"/>
                  </a:lnTo>
                  <a:lnTo>
                    <a:pt x="244590" y="243929"/>
                  </a:lnTo>
                  <a:cubicBezTo>
                    <a:pt x="361695" y="234978"/>
                    <a:pt x="454243" y="136829"/>
                    <a:pt x="454243" y="174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005" name="Google Shape;3084;p49"/>
            <p:cNvSpPr/>
            <p:nvPr/>
          </p:nvSpPr>
          <p:spPr>
            <a:xfrm>
              <a:off x="1249560" y="3326400"/>
              <a:ext cx="325080" cy="470880"/>
            </a:xfrm>
            <a:custGeom>
              <a:avLst/>
              <a:gdLst>
                <a:gd name="textAreaLeft" fmla="*/ 0 w 325080"/>
                <a:gd name="textAreaRight" fmla="*/ 328320 w 325080"/>
                <a:gd name="textAreaTop" fmla="*/ 0 h 470880"/>
                <a:gd name="textAreaBottom" fmla="*/ 474120 h 470880"/>
              </a:gdLst>
              <a:ahLst/>
              <a:rect l="textAreaLeft" t="textAreaTop" r="textAreaRight" b="textAreaBottom"/>
              <a:pathLst>
                <a:path w="314483" h="454252">
                  <a:moveTo>
                    <a:pt x="157242" y="454252"/>
                  </a:moveTo>
                  <a:cubicBezTo>
                    <a:pt x="243938" y="454252"/>
                    <a:pt x="314484" y="383716"/>
                    <a:pt x="314484" y="297010"/>
                  </a:cubicBezTo>
                  <a:lnTo>
                    <a:pt x="314484" y="157242"/>
                  </a:lnTo>
                  <a:cubicBezTo>
                    <a:pt x="314484" y="70536"/>
                    <a:pt x="243947" y="0"/>
                    <a:pt x="157242" y="0"/>
                  </a:cubicBezTo>
                  <a:cubicBezTo>
                    <a:pt x="70536" y="0"/>
                    <a:pt x="0" y="70536"/>
                    <a:pt x="0" y="157242"/>
                  </a:cubicBezTo>
                  <a:lnTo>
                    <a:pt x="0" y="297010"/>
                  </a:lnTo>
                  <a:cubicBezTo>
                    <a:pt x="0" y="383707"/>
                    <a:pt x="70536" y="454252"/>
                    <a:pt x="157242" y="454252"/>
                  </a:cubicBezTo>
                  <a:close/>
                  <a:moveTo>
                    <a:pt x="34947" y="157242"/>
                  </a:moveTo>
                  <a:cubicBezTo>
                    <a:pt x="34947" y="89805"/>
                    <a:pt x="89805" y="34947"/>
                    <a:pt x="157242" y="34947"/>
                  </a:cubicBezTo>
                  <a:cubicBezTo>
                    <a:pt x="224678" y="34947"/>
                    <a:pt x="279537" y="89805"/>
                    <a:pt x="279537" y="157242"/>
                  </a:cubicBezTo>
                  <a:lnTo>
                    <a:pt x="279537" y="297010"/>
                  </a:lnTo>
                  <a:cubicBezTo>
                    <a:pt x="279537" y="364447"/>
                    <a:pt x="224678" y="419305"/>
                    <a:pt x="157242" y="419305"/>
                  </a:cubicBezTo>
                  <a:cubicBezTo>
                    <a:pt x="89805" y="419305"/>
                    <a:pt x="34947" y="364447"/>
                    <a:pt x="34947" y="297010"/>
                  </a:cubicBezTo>
                  <a:lnTo>
                    <a:pt x="34947" y="15724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006" name="Google Shape;3085;p49"/>
            <p:cNvSpPr/>
            <p:nvPr/>
          </p:nvSpPr>
          <p:spPr>
            <a:xfrm>
              <a:off x="1468440" y="3618360"/>
              <a:ext cx="33120" cy="33120"/>
            </a:xfrm>
            <a:custGeom>
              <a:avLst/>
              <a:gdLst>
                <a:gd name="textAreaLeft" fmla="*/ 0 w 33120"/>
                <a:gd name="textAreaRight" fmla="*/ 36360 w 33120"/>
                <a:gd name="textAreaTop" fmla="*/ 0 h 33120"/>
                <a:gd name="textAreaBottom" fmla="*/ 36360 h 33120"/>
              </a:gdLst>
              <a:ahLst/>
              <a:rect l="textAreaLeft" t="textAreaTop" r="textAreaRight" b="textAreaBottom"/>
              <a:pathLst>
                <a:path w="34946" h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007" name="Google Shape;3086;p49"/>
            <p:cNvSpPr/>
            <p:nvPr/>
          </p:nvSpPr>
          <p:spPr>
            <a:xfrm>
              <a:off x="1468440" y="3545280"/>
              <a:ext cx="33120" cy="33120"/>
            </a:xfrm>
            <a:custGeom>
              <a:avLst/>
              <a:gdLst>
                <a:gd name="textAreaLeft" fmla="*/ 0 w 33120"/>
                <a:gd name="textAreaRight" fmla="*/ 36360 w 33120"/>
                <a:gd name="textAreaTop" fmla="*/ 0 h 33120"/>
                <a:gd name="textAreaBottom" fmla="*/ 36360 h 33120"/>
              </a:gdLst>
              <a:ahLst/>
              <a:rect l="textAreaLeft" t="textAreaTop" r="textAreaRight" b="textAreaBottom"/>
              <a:pathLst>
                <a:path w="34946" h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008" name="Google Shape;3087;p49"/>
            <p:cNvSpPr/>
            <p:nvPr/>
          </p:nvSpPr>
          <p:spPr>
            <a:xfrm>
              <a:off x="1468440" y="3472560"/>
              <a:ext cx="33120" cy="33120"/>
            </a:xfrm>
            <a:custGeom>
              <a:avLst/>
              <a:gdLst>
                <a:gd name="textAreaLeft" fmla="*/ 0 w 33120"/>
                <a:gd name="textAreaRight" fmla="*/ 36360 w 33120"/>
                <a:gd name="textAreaTop" fmla="*/ 0 h 33120"/>
                <a:gd name="textAreaBottom" fmla="*/ 36360 h 33120"/>
              </a:gdLst>
              <a:ahLst/>
              <a:rect l="textAreaLeft" t="textAreaTop" r="textAreaRight" b="textAreaBottom"/>
              <a:pathLst>
                <a:path w="34946" h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009" name="Google Shape;3088;p49"/>
            <p:cNvSpPr/>
            <p:nvPr/>
          </p:nvSpPr>
          <p:spPr>
            <a:xfrm>
              <a:off x="1395360" y="3399480"/>
              <a:ext cx="33120" cy="33120"/>
            </a:xfrm>
            <a:custGeom>
              <a:avLst/>
              <a:gdLst>
                <a:gd name="textAreaLeft" fmla="*/ 0 w 33120"/>
                <a:gd name="textAreaRight" fmla="*/ 36360 w 33120"/>
                <a:gd name="textAreaTop" fmla="*/ 0 h 33120"/>
                <a:gd name="textAreaBottom" fmla="*/ 36360 h 33120"/>
              </a:gdLst>
              <a:ahLst/>
              <a:rect l="textAreaLeft" t="textAreaTop" r="textAreaRight" b="textAreaBottom"/>
              <a:pathLst>
                <a:path w="34946" h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010" name="Google Shape;3089;p49"/>
            <p:cNvSpPr/>
            <p:nvPr/>
          </p:nvSpPr>
          <p:spPr>
            <a:xfrm>
              <a:off x="1395360" y="3691080"/>
              <a:ext cx="33120" cy="33120"/>
            </a:xfrm>
            <a:custGeom>
              <a:avLst/>
              <a:gdLst>
                <a:gd name="textAreaLeft" fmla="*/ 0 w 33120"/>
                <a:gd name="textAreaRight" fmla="*/ 36360 w 33120"/>
                <a:gd name="textAreaTop" fmla="*/ 0 h 33120"/>
                <a:gd name="textAreaBottom" fmla="*/ 36360 h 33120"/>
              </a:gdLst>
              <a:ahLst/>
              <a:rect l="textAreaLeft" t="textAreaTop" r="textAreaRight" b="textAreaBottom"/>
              <a:pathLst>
                <a:path w="34946" h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011" name="Google Shape;3090;p49"/>
            <p:cNvSpPr/>
            <p:nvPr/>
          </p:nvSpPr>
          <p:spPr>
            <a:xfrm>
              <a:off x="1395360" y="3618360"/>
              <a:ext cx="33120" cy="33120"/>
            </a:xfrm>
            <a:custGeom>
              <a:avLst/>
              <a:gdLst>
                <a:gd name="textAreaLeft" fmla="*/ 0 w 33120"/>
                <a:gd name="textAreaRight" fmla="*/ 36360 w 33120"/>
                <a:gd name="textAreaTop" fmla="*/ 0 h 33120"/>
                <a:gd name="textAreaBottom" fmla="*/ 36360 h 33120"/>
              </a:gdLst>
              <a:ahLst/>
              <a:rect l="textAreaLeft" t="textAreaTop" r="textAreaRight" b="textAreaBottom"/>
              <a:pathLst>
                <a:path w="34946" h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012" name="Google Shape;3091;p49"/>
            <p:cNvSpPr/>
            <p:nvPr/>
          </p:nvSpPr>
          <p:spPr>
            <a:xfrm>
              <a:off x="1395360" y="3545280"/>
              <a:ext cx="33120" cy="33120"/>
            </a:xfrm>
            <a:custGeom>
              <a:avLst/>
              <a:gdLst>
                <a:gd name="textAreaLeft" fmla="*/ 0 w 33120"/>
                <a:gd name="textAreaRight" fmla="*/ 36360 w 33120"/>
                <a:gd name="textAreaTop" fmla="*/ 0 h 33120"/>
                <a:gd name="textAreaBottom" fmla="*/ 36360 h 33120"/>
              </a:gdLst>
              <a:ahLst/>
              <a:rect l="textAreaLeft" t="textAreaTop" r="textAreaRight" b="textAreaBottom"/>
              <a:pathLst>
                <a:path w="34946" h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013" name="Google Shape;3092;p49"/>
            <p:cNvSpPr/>
            <p:nvPr/>
          </p:nvSpPr>
          <p:spPr>
            <a:xfrm>
              <a:off x="1395360" y="3472560"/>
              <a:ext cx="33120" cy="33120"/>
            </a:xfrm>
            <a:custGeom>
              <a:avLst/>
              <a:gdLst>
                <a:gd name="textAreaLeft" fmla="*/ 0 w 33120"/>
                <a:gd name="textAreaRight" fmla="*/ 36360 w 33120"/>
                <a:gd name="textAreaTop" fmla="*/ 0 h 33120"/>
                <a:gd name="textAreaBottom" fmla="*/ 36360 h 33120"/>
              </a:gdLst>
              <a:ahLst/>
              <a:rect l="textAreaLeft" t="textAreaTop" r="textAreaRight" b="textAreaBottom"/>
              <a:pathLst>
                <a:path w="34946" h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7014" name=""/>
          <p:cNvSpPr/>
          <p:nvPr/>
        </p:nvSpPr>
        <p:spPr>
          <a:xfrm>
            <a:off x="7243200" y="3056400"/>
            <a:ext cx="1141560" cy="1141560"/>
          </a:xfrm>
          <a:prstGeom prst="ellipse">
            <a:avLst/>
          </a:prstGeom>
          <a:blipFill rotWithShape="0">
            <a:blip r:embed="rId1"/>
            <a:srcRect/>
            <a:tile tx="0" ty="0" sx="99727" sy="99856" algn="ctr"/>
          </a:blipFill>
          <a:ln w="0">
            <a:solidFill>
              <a:srgbClr val="3465a4"/>
            </a:solidFill>
          </a:ln>
          <a:effectLst>
            <a:outerShdw blurRad="0" dir="2700000" dist="51420" rotWithShape="0">
              <a:srgbClr val="5983b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transition spd="slow">
    <p:fade thruBlk="true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5" name="PlaceHolder 1"/>
          <p:cNvSpPr>
            <a:spLocks noGrp="1"/>
          </p:cNvSpPr>
          <p:nvPr>
            <p:ph type="title"/>
          </p:nvPr>
        </p:nvSpPr>
        <p:spPr>
          <a:xfrm>
            <a:off x="2413800" y="1850760"/>
            <a:ext cx="5691240" cy="9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000" spc="-1" strike="noStrike">
                <a:solidFill>
                  <a:schemeClr val="dk1"/>
                </a:solidFill>
                <a:latin typeface="Montserrat"/>
                <a:ea typeface="Montserrat"/>
              </a:rPr>
              <a:t>Measure of Central Tendency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6" name="PlaceHolder 2"/>
          <p:cNvSpPr>
            <a:spLocks noGrp="1"/>
          </p:cNvSpPr>
          <p:nvPr>
            <p:ph type="title"/>
          </p:nvPr>
        </p:nvSpPr>
        <p:spPr>
          <a:xfrm>
            <a:off x="1035720" y="2068920"/>
            <a:ext cx="1002600" cy="1002600"/>
          </a:xfrm>
          <a:prstGeom prst="rect">
            <a:avLst/>
          </a:prstGeom>
          <a:noFill/>
          <a:ln w="9360">
            <a:solidFill>
              <a:schemeClr val="dk2"/>
            </a:solidFill>
            <a:prstDash val="dash"/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pc="-1" strike="noStrike">
                <a:solidFill>
                  <a:schemeClr val="accent1"/>
                </a:solidFill>
                <a:latin typeface="Montserrat"/>
                <a:ea typeface="Montserrat"/>
              </a:rPr>
              <a:t>03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7" name="Google Shape;2916;p 3"/>
          <p:cNvSpPr/>
          <p:nvPr/>
        </p:nvSpPr>
        <p:spPr>
          <a:xfrm>
            <a:off x="528480" y="3695760"/>
            <a:ext cx="3279240" cy="602280"/>
          </a:xfrm>
          <a:prstGeom prst="rightArrow">
            <a:avLst>
              <a:gd name="adj1" fmla="val 50000"/>
              <a:gd name="adj2" fmla="val 80869"/>
            </a:avLst>
          </a:prstGeom>
          <a:solidFill>
            <a:srgbClr val="2ebbf2">
              <a:alpha val="2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018" name=""/>
          <p:cNvSpPr/>
          <p:nvPr/>
        </p:nvSpPr>
        <p:spPr>
          <a:xfrm>
            <a:off x="2514600" y="2971800"/>
            <a:ext cx="50270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Concept of Mean, Median and  Mode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9" name=""/>
          <p:cNvSpPr/>
          <p:nvPr/>
        </p:nvSpPr>
        <p:spPr>
          <a:xfrm>
            <a:off x="518400" y="469800"/>
            <a:ext cx="7770960" cy="23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Central Tendency and Central Value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0" name=""/>
          <p:cNvSpPr/>
          <p:nvPr/>
        </p:nvSpPr>
        <p:spPr>
          <a:xfrm>
            <a:off x="685800" y="999000"/>
            <a:ext cx="7542360" cy="39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“</a:t>
            </a: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Measures of Central Tendency “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are the statistical methods used to calculate the single value that attempts to describes/summarizes whole set of data by indetifying the </a:t>
            </a: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central, middle, or most typical value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within that set of data.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“</a:t>
            </a: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Central Value”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is a informal term that refers to any value that sits in the middle of a dataset.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The single central value obtained through measures of central tendency might not be same as central value but, generally/informally both  terms are interchangeable.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“</a:t>
            </a: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Mean, Median, Mode and Quartile”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are all valid measures of central tendency, but under different conditions and composition of data.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1" name=""/>
          <p:cNvSpPr/>
          <p:nvPr/>
        </p:nvSpPr>
        <p:spPr>
          <a:xfrm>
            <a:off x="613800" y="505800"/>
            <a:ext cx="594216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Mean/Average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2" name=""/>
          <p:cNvSpPr/>
          <p:nvPr/>
        </p:nvSpPr>
        <p:spPr>
          <a:xfrm>
            <a:off x="613800" y="1005480"/>
            <a:ext cx="7770960" cy="53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The mean is the most popular and well known measure of central tendency.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Mathematically, mean is equal to the sum of all the values in the data set divided by the number of values in the data set.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When to use Mean to calculate Central Tendency 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Data is normally/uniformally distributed.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No outliers values (Outliers are extreme or atypical values that are notably different from rest of the data). Means are sensitive to outliers.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Data can be discrete or continuous but, not categorical.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The value of mean should remain least affected when removing one or few values from the dataset. Such mean is called good mean.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3" name=""/>
          <p:cNvSpPr/>
          <p:nvPr/>
        </p:nvSpPr>
        <p:spPr>
          <a:xfrm>
            <a:off x="613800" y="505800"/>
            <a:ext cx="594216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Median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4" name=""/>
          <p:cNvSpPr/>
          <p:nvPr/>
        </p:nvSpPr>
        <p:spPr>
          <a:xfrm>
            <a:off x="613800" y="1005480"/>
            <a:ext cx="7770960" cy="53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The median is the middle/central value in distribution that divides distribution in half when the values are arranged in order(ascending or descending).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When to use Median to calculate Central Tendency 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Data is skewed/asymmetrically distributed.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Outliers values (Outliers are extreme or atypical values that are notably different from rest of the data). Mdeian is less  sensitive to outliers.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Data can be discrete or continuous but, not categorical.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5" name=""/>
          <p:cNvSpPr/>
          <p:nvPr/>
        </p:nvSpPr>
        <p:spPr>
          <a:xfrm>
            <a:off x="613800" y="505800"/>
            <a:ext cx="594216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Mode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6" name=""/>
          <p:cNvSpPr/>
          <p:nvPr/>
        </p:nvSpPr>
        <p:spPr>
          <a:xfrm>
            <a:off x="613800" y="1005480"/>
            <a:ext cx="7770960" cy="53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The mode is the most commonly occurring value in a distribution.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When to use Mode to calculate Central Tendency 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Data has few values that are occurring frequently.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Data can be discrete or continuous and even categorical.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But, mostly used for categorical and less used for continous data. As continuous data can have more than one mode.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It is less used when the mode value is itself an outlier.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7" name="PlaceHolder 1"/>
          <p:cNvSpPr>
            <a:spLocks noGrp="1"/>
          </p:cNvSpPr>
          <p:nvPr>
            <p:ph type="title"/>
          </p:nvPr>
        </p:nvSpPr>
        <p:spPr>
          <a:xfrm>
            <a:off x="2413800" y="1850760"/>
            <a:ext cx="5691240" cy="9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000" spc="-1" strike="noStrike">
                <a:solidFill>
                  <a:schemeClr val="dk1"/>
                </a:solidFill>
                <a:latin typeface="Montserrat"/>
                <a:ea typeface="Montserrat"/>
              </a:rPr>
              <a:t>Measure of Dispersion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8" name="PlaceHolder 2"/>
          <p:cNvSpPr>
            <a:spLocks noGrp="1"/>
          </p:cNvSpPr>
          <p:nvPr>
            <p:ph type="title"/>
          </p:nvPr>
        </p:nvSpPr>
        <p:spPr>
          <a:xfrm>
            <a:off x="1035720" y="2068920"/>
            <a:ext cx="1002600" cy="1002600"/>
          </a:xfrm>
          <a:prstGeom prst="rect">
            <a:avLst/>
          </a:prstGeom>
          <a:noFill/>
          <a:ln w="9360">
            <a:solidFill>
              <a:schemeClr val="dk2"/>
            </a:solidFill>
            <a:prstDash val="dash"/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pc="-1" strike="noStrike">
                <a:solidFill>
                  <a:schemeClr val="accent1"/>
                </a:solidFill>
                <a:latin typeface="Montserrat"/>
                <a:ea typeface="Montserrat"/>
              </a:rPr>
              <a:t>04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9" name="Google Shape;2916;p 4"/>
          <p:cNvSpPr/>
          <p:nvPr/>
        </p:nvSpPr>
        <p:spPr>
          <a:xfrm>
            <a:off x="528480" y="3695760"/>
            <a:ext cx="3279240" cy="602280"/>
          </a:xfrm>
          <a:prstGeom prst="rightArrow">
            <a:avLst>
              <a:gd name="adj1" fmla="val 50000"/>
              <a:gd name="adj2" fmla="val 80869"/>
            </a:avLst>
          </a:prstGeom>
          <a:solidFill>
            <a:srgbClr val="2ebbf2">
              <a:alpha val="2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030" name=""/>
          <p:cNvSpPr/>
          <p:nvPr/>
        </p:nvSpPr>
        <p:spPr>
          <a:xfrm>
            <a:off x="2514600" y="2971800"/>
            <a:ext cx="50270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Concept of  Standard Deviation, Variation and Variance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1" name=""/>
          <p:cNvSpPr/>
          <p:nvPr/>
        </p:nvSpPr>
        <p:spPr>
          <a:xfrm>
            <a:off x="518400" y="469800"/>
            <a:ext cx="7770960" cy="23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Measures of Dispersion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2" name=""/>
          <p:cNvSpPr/>
          <p:nvPr/>
        </p:nvSpPr>
        <p:spPr>
          <a:xfrm>
            <a:off x="649800" y="1006920"/>
            <a:ext cx="7542360" cy="537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“</a:t>
            </a: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Measures of Dispersion “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are the statistical methods used to calculate the single non-negative value that measures the variation or spread out or scattering of data in the distribution about a central value.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It explains how homogeneous/consistent or heterogeneous/inconsistent the data is.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There are two types of measure of dispersion.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    </a:t>
            </a: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Absolute Measure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: Range, </a:t>
            </a: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Variance, Standard Deviation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and Mean Deviation are absolute measure of dispersion. These measures have same unit as of dataset.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    </a:t>
            </a: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Relative Measure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: Coefficient of Range, </a:t>
            </a:r>
            <a:r>
              <a:rPr b="0" lang="en" sz="1400" spc="-1" strike="noStrike">
                <a:solidFill>
                  <a:srgbClr val="3faf46"/>
                </a:solidFill>
                <a:latin typeface="Albert Sans"/>
                <a:ea typeface="Albert Sans"/>
              </a:rPr>
              <a:t>Coefficient of Variation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, Coefficient of Mean or Quartile Deviation are relative measure of dispersion. These measures are independent of unit of data and are expresssed in ratio or percentage.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3" name=""/>
          <p:cNvSpPr/>
          <p:nvPr/>
        </p:nvSpPr>
        <p:spPr>
          <a:xfrm>
            <a:off x="1022400" y="2791800"/>
            <a:ext cx="119160" cy="227160"/>
          </a:xfrm>
          <a:custGeom>
            <a:avLst/>
            <a:gdLst>
              <a:gd name="textAreaLeft" fmla="*/ 0 w 119160"/>
              <a:gd name="textAreaRight" fmla="*/ 120600 w 11916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34" name=""/>
          <p:cNvSpPr/>
          <p:nvPr/>
        </p:nvSpPr>
        <p:spPr>
          <a:xfrm>
            <a:off x="1022400" y="3295800"/>
            <a:ext cx="119160" cy="227160"/>
          </a:xfrm>
          <a:custGeom>
            <a:avLst/>
            <a:gdLst>
              <a:gd name="textAreaLeft" fmla="*/ 0 w 119160"/>
              <a:gd name="textAreaRight" fmla="*/ 120600 w 11916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transition spd="slow">
    <p:fade thruBlk="true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5" name=""/>
          <p:cNvSpPr/>
          <p:nvPr/>
        </p:nvSpPr>
        <p:spPr>
          <a:xfrm>
            <a:off x="613800" y="505800"/>
            <a:ext cx="8071560" cy="11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What is consistent data 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6" name=""/>
          <p:cNvSpPr/>
          <p:nvPr/>
        </p:nvSpPr>
        <p:spPr>
          <a:xfrm>
            <a:off x="613800" y="1005480"/>
            <a:ext cx="7770960" cy="64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In statistics, consistent data means the data values are not highly scattered and follow a stable pattern, so teh observations are close to each other. This is usually indicated by low dispersion( low variance or standard deviation).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Why do we need consistent data 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Consistent data allows accurate measurement of central values like mean, median and mode.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Consistent data helps to make more accurate predictions(inferrential statistics).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Consistent data often indicates that process or system is stable and controlled.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This stable and less certain characteristic of consistent data helps in decision making.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7" name=""/>
          <p:cNvSpPr/>
          <p:nvPr/>
        </p:nvSpPr>
        <p:spPr>
          <a:xfrm>
            <a:off x="613800" y="505800"/>
            <a:ext cx="594216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Standard Deviation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8" name=""/>
          <p:cNvSpPr/>
          <p:nvPr/>
        </p:nvSpPr>
        <p:spPr>
          <a:xfrm>
            <a:off x="613800" y="1005480"/>
            <a:ext cx="7770960" cy="53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Standard deviation is defined as positive square root of the arithmetic mean of the squares of the  deviations of the given observations from their arithmetic mean.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It measures the average distance of observations from the mean/central value.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What does standard deviation tell?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It tells about the variability/consistency of data.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If the value of SD is less, it implies the data is close to the central value. Hence less variable and more consistent.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If the value of SD is large, it implies the data is widely spread. Hence more variable and less consistent.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9" name=""/>
          <p:cNvSpPr/>
          <p:nvPr/>
        </p:nvSpPr>
        <p:spPr>
          <a:xfrm>
            <a:off x="613800" y="505800"/>
            <a:ext cx="594216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Variance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0" name=""/>
          <p:cNvSpPr/>
          <p:nvPr/>
        </p:nvSpPr>
        <p:spPr>
          <a:xfrm>
            <a:off x="613800" y="1005480"/>
            <a:ext cx="7770960" cy="53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Variance is the average of the squared deviations of observations from the mean.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The square helps to give greater weight to larger deviations. Since larger deviations make the value of SD very small.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When does variance tell  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It also explains the consistency of data.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It  mostly explains the consistency of wide spreadout data and data with extreme values.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1" name=""/>
          <p:cNvSpPr/>
          <p:nvPr/>
        </p:nvSpPr>
        <p:spPr>
          <a:xfrm>
            <a:off x="613800" y="505800"/>
            <a:ext cx="8071560" cy="11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Coefficient of Standard Deviation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2" name=""/>
          <p:cNvSpPr/>
          <p:nvPr/>
        </p:nvSpPr>
        <p:spPr>
          <a:xfrm>
            <a:off x="613800" y="1005480"/>
            <a:ext cx="7770960" cy="64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The coefficient of standard deviation is the ratio of standard deviation to the mean.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So, it describes the variability/spreadout of observations about mean in the dataset.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Coefficient of Variation(CV)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Coefficient of variation is the percentage form of coefficient of SD.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These both measures are relative measures and hence independent ot unit of dataset.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So they are mostly used to measure and explain the variabiliy/consistency of datasets with different units.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Although, relative measures are also calculated using absolute measures of dispersion. These measures can give us more meaningful insights which cannot be given by absolute measures.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3" name="PlaceHolder 1"/>
          <p:cNvSpPr>
            <a:spLocks noGrp="1"/>
          </p:cNvSpPr>
          <p:nvPr>
            <p:ph type="title"/>
          </p:nvPr>
        </p:nvSpPr>
        <p:spPr>
          <a:xfrm>
            <a:off x="2413800" y="1850760"/>
            <a:ext cx="6043320" cy="9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000" spc="-1" strike="noStrike">
                <a:solidFill>
                  <a:schemeClr val="dk1"/>
                </a:solidFill>
                <a:latin typeface="Montserrat"/>
                <a:ea typeface="Montserrat"/>
              </a:rPr>
              <a:t>Measure of Shape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4" name="PlaceHolder 2"/>
          <p:cNvSpPr>
            <a:spLocks noGrp="1"/>
          </p:cNvSpPr>
          <p:nvPr>
            <p:ph type="title"/>
          </p:nvPr>
        </p:nvSpPr>
        <p:spPr>
          <a:xfrm>
            <a:off x="1035720" y="2068920"/>
            <a:ext cx="1002600" cy="1002600"/>
          </a:xfrm>
          <a:prstGeom prst="rect">
            <a:avLst/>
          </a:prstGeom>
          <a:noFill/>
          <a:ln w="9360">
            <a:solidFill>
              <a:schemeClr val="dk2"/>
            </a:solidFill>
            <a:prstDash val="dash"/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pc="-1" strike="noStrike">
                <a:solidFill>
                  <a:schemeClr val="accent1"/>
                </a:solidFill>
                <a:latin typeface="Montserrat"/>
                <a:ea typeface="Montserrat"/>
              </a:rPr>
              <a:t>05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5" name="Google Shape;2916;p 5"/>
          <p:cNvSpPr/>
          <p:nvPr/>
        </p:nvSpPr>
        <p:spPr>
          <a:xfrm>
            <a:off x="528480" y="3695760"/>
            <a:ext cx="3279240" cy="602280"/>
          </a:xfrm>
          <a:prstGeom prst="rightArrow">
            <a:avLst>
              <a:gd name="adj1" fmla="val 50000"/>
              <a:gd name="adj2" fmla="val 80869"/>
            </a:avLst>
          </a:prstGeom>
          <a:solidFill>
            <a:srgbClr val="2ebbf2">
              <a:alpha val="2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046" name=""/>
          <p:cNvSpPr/>
          <p:nvPr/>
        </p:nvSpPr>
        <p:spPr>
          <a:xfrm>
            <a:off x="2514600" y="2971800"/>
            <a:ext cx="50270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Concept of  Skewness and Symmetry of Data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7" name=""/>
          <p:cNvSpPr/>
          <p:nvPr/>
        </p:nvSpPr>
        <p:spPr>
          <a:xfrm>
            <a:off x="518400" y="469800"/>
            <a:ext cx="7770960" cy="23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Measures of Skewness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8" name=""/>
          <p:cNvSpPr/>
          <p:nvPr/>
        </p:nvSpPr>
        <p:spPr>
          <a:xfrm>
            <a:off x="649800" y="934920"/>
            <a:ext cx="7542360" cy="537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Skewness is the degree of asymmetry observed in a set of data, when the mean, median and mode falls at different position in the frequency distribution due to outliers. It tells the accumulation/clustering of data around the central value.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 frequency distribution is said to be symmetrical/zero-skewed if the frequencies are equally distributed on both the sides of the central value on the curve. It gives bell-shaped curve.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 distribution is said to be positively skewed when most of the frequencies are located on the left of the central value.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5983b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 distribution is said to be negatively skewed when most of the frequencies are lcoated on the right of the central value.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9" name=""/>
          <p:cNvSpPr/>
          <p:nvPr/>
        </p:nvSpPr>
        <p:spPr>
          <a:xfrm>
            <a:off x="685800" y="2370600"/>
            <a:ext cx="2284920" cy="16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Normal Distribution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Skewness = 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Mean = Median = Mode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0" name=""/>
          <p:cNvSpPr/>
          <p:nvPr/>
        </p:nvSpPr>
        <p:spPr>
          <a:xfrm>
            <a:off x="3403800" y="2286000"/>
            <a:ext cx="20815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Positively Skewed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Skewness &gt; 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Mean &gt; Median &gt; Mode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1" name=""/>
          <p:cNvSpPr/>
          <p:nvPr/>
        </p:nvSpPr>
        <p:spPr>
          <a:xfrm>
            <a:off x="6172200" y="2262600"/>
            <a:ext cx="2054880" cy="22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Negatively Skewed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Skewness &lt; 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6a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Mean &lt; Median &lt; Mode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52" name="" descr=""/>
          <p:cNvPicPr/>
          <p:nvPr/>
        </p:nvPicPr>
        <p:blipFill>
          <a:blip r:embed="rId1"/>
          <a:stretch/>
        </p:blipFill>
        <p:spPr>
          <a:xfrm>
            <a:off x="682560" y="613800"/>
            <a:ext cx="2288160" cy="147852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pic>
        <p:nvPicPr>
          <p:cNvPr id="7053" name="" descr=""/>
          <p:cNvPicPr/>
          <p:nvPr/>
        </p:nvPicPr>
        <p:blipFill>
          <a:blip r:embed="rId2"/>
          <a:stretch/>
        </p:blipFill>
        <p:spPr>
          <a:xfrm>
            <a:off x="3113640" y="645840"/>
            <a:ext cx="2515680" cy="145980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pic>
        <p:nvPicPr>
          <p:cNvPr id="7054" name="" descr=""/>
          <p:cNvPicPr/>
          <p:nvPr/>
        </p:nvPicPr>
        <p:blipFill>
          <a:blip r:embed="rId3"/>
          <a:stretch/>
        </p:blipFill>
        <p:spPr>
          <a:xfrm>
            <a:off x="5943600" y="672480"/>
            <a:ext cx="2434680" cy="1383840"/>
          </a:xfrm>
          <a:prstGeom prst="rect">
            <a:avLst/>
          </a:prstGeom>
          <a:ln w="0">
            <a:noFill/>
          </a:ln>
          <a:effectLst>
            <a:outerShdw blurRad="0" dir="2700000" dist="102841" rotWithShape="0">
              <a:srgbClr val="5983b0"/>
            </a:outerShdw>
          </a:effectLst>
        </p:spPr>
      </p:pic>
      <p:sp>
        <p:nvSpPr>
          <p:cNvPr id="7055" name=""/>
          <p:cNvSpPr/>
          <p:nvPr/>
        </p:nvSpPr>
        <p:spPr>
          <a:xfrm>
            <a:off x="685800" y="3200400"/>
            <a:ext cx="77713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Although skewed data can be determined from the frequency distribution curve, the magnitude/extent of skewness is calculated by</a:t>
            </a:r>
            <a:r>
              <a:rPr b="0" lang="en" sz="1400" spc="-1" strike="noStrike">
                <a:solidFill>
                  <a:srgbClr val="00a933"/>
                </a:solidFill>
                <a:latin typeface="Albert Sans"/>
                <a:ea typeface="Albert Sans"/>
              </a:rPr>
              <a:t> Karl Pearson’s Coefficient of Skewness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Karl’s Pearson’s coefficient of skewness lies between -3 and 3.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6" name=""/>
          <p:cNvSpPr/>
          <p:nvPr/>
        </p:nvSpPr>
        <p:spPr>
          <a:xfrm>
            <a:off x="613800" y="177480"/>
            <a:ext cx="7770960" cy="53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What do we need to measure skewness?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It gives more clear picture of the overall data compared to central tendency value.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It also helps in studying the position of mean, median and mode.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Helps in detecting outliers and extreme values.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It also shows if observed valued are all concentrated at particular range.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3465a4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For example: The skewness of income of employee of company is positively skewed, it implies that few of the employees earn higher compared to all other employees.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 thruBlk="true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7" name="PlaceHolder 1"/>
          <p:cNvSpPr>
            <a:spLocks noGrp="1"/>
          </p:cNvSpPr>
          <p:nvPr>
            <p:ph type="subTitle"/>
          </p:nvPr>
        </p:nvSpPr>
        <p:spPr>
          <a:xfrm>
            <a:off x="2347920" y="2132280"/>
            <a:ext cx="44449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You are welcome to throw questions.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Anyone 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8" name="PlaceHolder 2"/>
          <p:cNvSpPr>
            <a:spLocks noGrp="1"/>
          </p:cNvSpPr>
          <p:nvPr>
            <p:ph type="title"/>
          </p:nvPr>
        </p:nvSpPr>
        <p:spPr>
          <a:xfrm>
            <a:off x="2347920" y="829800"/>
            <a:ext cx="4444920" cy="105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pc="-1" strike="noStrike">
                <a:solidFill>
                  <a:schemeClr val="dk1"/>
                </a:solidFill>
                <a:latin typeface="Montserrat"/>
                <a:ea typeface="Montserrat"/>
              </a:rPr>
              <a:t>Thanks!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059" name="Google Shape;3484;p71"/>
          <p:cNvGrpSpPr/>
          <p:nvPr/>
        </p:nvGrpSpPr>
        <p:grpSpPr>
          <a:xfrm>
            <a:off x="6044760" y="-130680"/>
            <a:ext cx="3806640" cy="2251800"/>
            <a:chOff x="6044760" y="-130680"/>
            <a:chExt cx="3806640" cy="2251800"/>
          </a:xfrm>
        </p:grpSpPr>
        <p:sp>
          <p:nvSpPr>
            <p:cNvPr id="7060" name="Google Shape;3485;p71"/>
            <p:cNvSpPr/>
            <p:nvPr/>
          </p:nvSpPr>
          <p:spPr>
            <a:xfrm flipH="1">
              <a:off x="6044760" y="-130680"/>
              <a:ext cx="3806640" cy="2251800"/>
            </a:xfrm>
            <a:custGeom>
              <a:avLst/>
              <a:gdLst>
                <a:gd name="textAreaLeft" fmla="*/ 1800 w 3806640"/>
                <a:gd name="textAreaRight" fmla="*/ 3811680 w 3806640"/>
                <a:gd name="textAreaTop" fmla="*/ 0 h 2251800"/>
                <a:gd name="textAreaBottom" fmla="*/ 2255040 h 2251800"/>
              </a:gdLst>
              <a:ahLst/>
              <a:rect l="textAreaLeft" t="textAreaTop" r="textAreaRight" b="textAreaBottom"/>
              <a:pathLst>
                <a:path w="7620000" h="4509801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61" name="Google Shape;3486;p71"/>
            <p:cNvSpPr/>
            <p:nvPr/>
          </p:nvSpPr>
          <p:spPr>
            <a:xfrm flipH="1">
              <a:off x="9017280" y="155988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62" name="Google Shape;3487;p71"/>
            <p:cNvSpPr/>
            <p:nvPr/>
          </p:nvSpPr>
          <p:spPr>
            <a:xfrm flipH="1">
              <a:off x="8031600" y="129312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63" name="Google Shape;3488;p71"/>
            <p:cNvSpPr/>
            <p:nvPr/>
          </p:nvSpPr>
          <p:spPr>
            <a:xfrm flipH="1">
              <a:off x="7045920" y="764640"/>
              <a:ext cx="89640" cy="89640"/>
            </a:xfrm>
            <a:custGeom>
              <a:avLst/>
              <a:gdLst>
                <a:gd name="textAreaLeft" fmla="*/ -1800 w 89640"/>
                <a:gd name="textAreaRight" fmla="*/ 91080 w 89640"/>
                <a:gd name="textAreaTop" fmla="*/ 0 h 89640"/>
                <a:gd name="textAreaBottom" fmla="*/ 92880 h 89640"/>
              </a:gdLst>
              <a:ahLst/>
              <a:rect l="textAreaLeft" t="textAreaTop" r="textAreaRight" b="textAreaBottom"/>
              <a:pathLst>
                <a:path w="185737" h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2ebbf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64" name="Google Shape;3489;p71"/>
            <p:cNvSpPr/>
            <p:nvPr/>
          </p:nvSpPr>
          <p:spPr>
            <a:xfrm flipH="1" rot="2700000">
              <a:off x="6369480" y="44028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65" name="Google Shape;3490;p71"/>
            <p:cNvSpPr/>
            <p:nvPr/>
          </p:nvSpPr>
          <p:spPr>
            <a:xfrm flipH="1" rot="2700000">
              <a:off x="7560000" y="76932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66" name="Google Shape;3491;p71"/>
            <p:cNvSpPr/>
            <p:nvPr/>
          </p:nvSpPr>
          <p:spPr>
            <a:xfrm flipH="1" rot="2700000">
              <a:off x="8412480" y="112140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67" name="Google Shape;3492;p71"/>
            <p:cNvSpPr/>
            <p:nvPr/>
          </p:nvSpPr>
          <p:spPr>
            <a:xfrm flipH="1" rot="2700000">
              <a:off x="9322200" y="1502640"/>
              <a:ext cx="58680" cy="57960"/>
            </a:xfrm>
            <a:custGeom>
              <a:avLst/>
              <a:gdLst>
                <a:gd name="textAreaLeft" fmla="*/ -1800 w 58680"/>
                <a:gd name="textAreaRight" fmla="*/ 60120 w 58680"/>
                <a:gd name="textAreaTop" fmla="*/ 0 h 57960"/>
                <a:gd name="textAreaBottom" fmla="*/ 61200 h 57960"/>
              </a:gdLst>
              <a:ahLst/>
              <a:rect l="textAreaLeft" t="textAreaTop" r="textAreaRight" b="textAreaBottom"/>
              <a:pathLst>
                <a:path w="119634" h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w="19080">
              <a:solidFill>
                <a:srgbClr val="00006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transition spd="slow">
    <p:fade thruBlk="true"/>
  </p:transition>
</p:sld>
</file>

<file path=ppt/theme/theme1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2026-03-25T12:41:18Z</dcterms:modified>
  <cp:revision>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